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6"/>
  </p:notesMasterIdLst>
  <p:handoutMasterIdLst>
    <p:handoutMasterId r:id="rId7"/>
  </p:handoutMasterIdLst>
  <p:sldIdLst>
    <p:sldId id="261" r:id="rId2"/>
    <p:sldId id="260" r:id="rId3"/>
    <p:sldId id="259" r:id="rId4"/>
    <p:sldId id="262" r:id="rId12"/>
    <p:sldId id="258" r:id="rId5"/>
    <p:sldId id="263" r:id="rId13"/>
  </p:sldIdLst>
  <p:sldSz cx="12198350" cy="6859588"/>
  <p:notesSz cx="6858000" cy="9144000"/>
  <p:defaultTextStyle>
    <a:defPPr>
      <a:defRPr lang="en-US"/>
    </a:defPPr>
    <a:lvl1pPr marL="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81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62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4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253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06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80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694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507" algn="l" defTabSz="121962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9786"/>
    <a:srgbClr val="E7BBA3"/>
    <a:srgbClr val="FFB78B"/>
    <a:srgbClr val="FFA269"/>
    <a:srgbClr val="80B8C9"/>
    <a:srgbClr val="2FABC0"/>
    <a:srgbClr val="FDB597"/>
    <a:srgbClr val="D19786"/>
    <a:srgbClr val="6FBFD1"/>
    <a:srgbClr val="F792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74" autoAdjust="0"/>
  </p:normalViewPr>
  <p:slideViewPr>
    <p:cSldViewPr>
      <p:cViewPr varScale="1">
        <p:scale>
          <a:sx n="74" d="100"/>
          <a:sy n="74" d="100"/>
        </p:scale>
        <p:origin x="376" y="76"/>
      </p:cViewPr>
      <p:guideLst>
        <p:guide orient="horz" pos="216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297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4D526-EBB0-4A74-9D88-02675B8FD388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C439A-0DFE-4251-BBC1-48168578B80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139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066AC-6916-4DE8-B40C-79680962EFA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62264-3BF4-4E57-AFAA-C98D2992BA6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24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gif"/><Relationship Id="rId7" Type="http://schemas.openxmlformats.org/officeDocument/2006/relationships/image" Target="../media/image8.gif"/><Relationship Id="rId8" Type="http://schemas.openxmlformats.org/officeDocument/2006/relationships/image" Target="../media/image9.gif"/><Relationship Id="rId9" Type="http://schemas.openxmlformats.org/officeDocument/2006/relationships/image" Target="../media/image10.gif"/><Relationship Id="rId10" Type="http://schemas.openxmlformats.org/officeDocument/2006/relationships/image" Target="../media/image11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hyperlink" Target="https://www.facebook.com/xfab.corporate/" TargetMode="External"/><Relationship Id="rId4" Type="http://schemas.openxmlformats.org/officeDocument/2006/relationships/image" Target="../media/image12.gif"/><Relationship Id="rId5" Type="http://schemas.openxmlformats.org/officeDocument/2006/relationships/hyperlink" Target="https://twitter.com/XFAB_FOUNDRY" TargetMode="External"/><Relationship Id="rId6" Type="http://schemas.openxmlformats.org/officeDocument/2006/relationships/image" Target="../media/image13.gif"/><Relationship Id="rId7" Type="http://schemas.openxmlformats.org/officeDocument/2006/relationships/hyperlink" Target="https://youtube.com/channel/UCZVqNluNp8W0Ni9CQ0PTvyQ" TargetMode="External"/><Relationship Id="rId8" Type="http://schemas.openxmlformats.org/officeDocument/2006/relationships/image" Target="../media/image14.gif"/><Relationship Id="rId9" Type="http://schemas.openxmlformats.org/officeDocument/2006/relationships/hyperlink" Target="https://www.linkedin.com/company/x-fab/" TargetMode="External"/><Relationship Id="rId10" Type="http://schemas.openxmlformats.org/officeDocument/2006/relationships/image" Target="../media/image15.gif"/><Relationship Id="rId11" Type="http://schemas.openxmlformats.org/officeDocument/2006/relationships/image" Target="../media/image16.gi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hyperlink" Target="https://www.facebook.com/xfab.corporate/" TargetMode="External"/><Relationship Id="rId4" Type="http://schemas.openxmlformats.org/officeDocument/2006/relationships/image" Target="../media/image12.gif"/><Relationship Id="rId5" Type="http://schemas.openxmlformats.org/officeDocument/2006/relationships/hyperlink" Target="https://twitter.com/XFAB_FOUNDRY" TargetMode="External"/><Relationship Id="rId6" Type="http://schemas.openxmlformats.org/officeDocument/2006/relationships/image" Target="../media/image13.gif"/><Relationship Id="rId7" Type="http://schemas.openxmlformats.org/officeDocument/2006/relationships/hyperlink" Target="https://youtube.com/channel/UCZVqNluNp8W0Ni9CQ0PTvyQ" TargetMode="External"/><Relationship Id="rId8" Type="http://schemas.openxmlformats.org/officeDocument/2006/relationships/image" Target="../media/image14.gif"/><Relationship Id="rId9" Type="http://schemas.openxmlformats.org/officeDocument/2006/relationships/hyperlink" Target="https://www.linkedin.com/company/x-fab/" TargetMode="External"/><Relationship Id="rId10" Type="http://schemas.openxmlformats.org/officeDocument/2006/relationships/image" Target="../media/image15.gif"/><Relationship Id="rId11" Type="http://schemas.openxmlformats.org/officeDocument/2006/relationships/image" Target="../media/image16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F6D16BE-BA06-486F-A584-5B975C47303D}"/>
              </a:ext>
            </a:extLst>
          </p:cNvPr>
          <p:cNvSpPr/>
          <p:nvPr userDrawn="1"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chemeClr val="accent2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de-DE" sz="1800">
              <a:effectLst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687716-A830-4236-BBBC-97EA7FE2B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cxnSp>
        <p:nvCxnSpPr>
          <p:cNvPr id="7" name="Straight Connector 6"/>
          <p:cNvCxnSpPr>
            <a:cxnSpLocks/>
          </p:cNvCxnSpPr>
          <p:nvPr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-377825" y="4414272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 rot="16200000" flipH="1">
            <a:off x="8869362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B03E01-9445-45DD-9D09-C29CDE92C459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E5CD64-6098-4FFB-937A-46BB71222AEB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4DFAA3-1117-4685-AA09-1AFF71B24BA8}"/>
              </a:ext>
            </a:extLst>
          </p:cNvPr>
          <p:cNvCxnSpPr>
            <a:cxnSpLocks/>
          </p:cNvCxnSpPr>
          <p:nvPr userDrawn="1"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FB07E9-0450-4403-9299-1814246350E5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D97DD03-5201-463A-AF86-4F3E25401A8E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FFF1D9-E078-4269-9BDC-BC8353F39318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69362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250170-688A-42E0-BC51-D9B7F69FE2C4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5D9E9D-9077-4DEE-AACB-2BE23601AED6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017F995-346E-4A41-9DCC-0C25AC7D9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75" y="2095678"/>
            <a:ext cx="8305800" cy="143244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the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A83D2-99C7-46CB-93F0-658F5E2C3B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975" y="3757613"/>
            <a:ext cx="8305800" cy="657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266700" indent="0">
              <a:buNone/>
              <a:defRPr sz="3200">
                <a:solidFill>
                  <a:schemeClr val="bg1"/>
                </a:solidFill>
              </a:defRPr>
            </a:lvl2pPr>
            <a:lvl3pPr marL="533400" indent="0">
              <a:buNone/>
              <a:defRPr sz="2800">
                <a:solidFill>
                  <a:schemeClr val="bg1"/>
                </a:solidFill>
              </a:defRPr>
            </a:lvl3pPr>
            <a:lvl4pPr marL="812800" indent="0">
              <a:buNone/>
              <a:defRPr sz="2800">
                <a:solidFill>
                  <a:schemeClr val="bg1"/>
                </a:solidFill>
              </a:defRPr>
            </a:lvl4pPr>
            <a:lvl5pPr marL="10795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subline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545A87-1CBF-47AF-8B46-B32176321B31}"/>
              </a:ext>
            </a:extLst>
          </p:cNvPr>
          <p:cNvCxnSpPr/>
          <p:nvPr userDrawn="1"/>
        </p:nvCxnSpPr>
        <p:spPr>
          <a:xfrm flipH="1">
            <a:off x="-301625" y="6401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1819B0-71DB-4983-B830-C31E494C78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975" y="5944394"/>
            <a:ext cx="8294687" cy="45720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33400" indent="0">
              <a:buNone/>
              <a:defRPr>
                <a:solidFill>
                  <a:schemeClr val="bg1"/>
                </a:solidFill>
              </a:defRPr>
            </a:lvl3pPr>
            <a:lvl4pPr marL="812800" indent="0">
              <a:buNone/>
              <a:defRPr>
                <a:solidFill>
                  <a:schemeClr val="bg1"/>
                </a:solidFill>
              </a:defRPr>
            </a:lvl4pPr>
            <a:lvl5pPr marL="10795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presenter and date</a:t>
            </a:r>
          </a:p>
        </p:txBody>
      </p:sp>
    </p:spTree>
    <p:extLst>
      <p:ext uri="{BB962C8B-B14F-4D97-AF65-F5344CB8AC3E}">
        <p14:creationId xmlns:p14="http://schemas.microsoft.com/office/powerpoint/2010/main" val="202802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F326AF2-F8CD-4315-8213-86CD21CFF569}"/>
              </a:ext>
            </a:extLst>
          </p:cNvPr>
          <p:cNvSpPr/>
          <p:nvPr userDrawn="1"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chemeClr val="accent1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en-US" sz="1800" noProof="0">
              <a:effectLst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F5685E8-1A32-4853-BA0A-33C75F16D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BDE07E-617B-4F48-9C9A-0EA5CF11468E}"/>
              </a:ext>
            </a:extLst>
          </p:cNvPr>
          <p:cNvCxnSpPr>
            <a:cxnSpLocks/>
          </p:cNvCxnSpPr>
          <p:nvPr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9663B4-2413-4DE0-A193-E588C6F8E00E}"/>
              </a:ext>
            </a:extLst>
          </p:cNvPr>
          <p:cNvCxnSpPr>
            <a:cxnSpLocks/>
          </p:cNvCxnSpPr>
          <p:nvPr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41364-188F-4A25-8D85-BA602081A110}"/>
              </a:ext>
            </a:extLst>
          </p:cNvPr>
          <p:cNvCxnSpPr>
            <a:cxnSpLocks/>
          </p:cNvCxnSpPr>
          <p:nvPr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649313-EF0A-4D68-933D-66368F1A8103}"/>
              </a:ext>
            </a:extLst>
          </p:cNvPr>
          <p:cNvCxnSpPr>
            <a:cxnSpLocks/>
          </p:cNvCxnSpPr>
          <p:nvPr/>
        </p:nvCxnSpPr>
        <p:spPr>
          <a:xfrm>
            <a:off x="-377825" y="4414272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5578FE-27DA-42AA-A6DB-AED206639A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C7AB2A-AAED-4BD5-8252-75A19EB3CCAF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90FC42-8290-446C-9677-74C21DFCCFB6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2AF2E2-0009-4DB3-A0DA-E36A3F0FDFBE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66D363-5D30-40B9-AC03-A588ACF9CC3D}"/>
              </a:ext>
            </a:extLst>
          </p:cNvPr>
          <p:cNvCxnSpPr>
            <a:cxnSpLocks/>
          </p:cNvCxnSpPr>
          <p:nvPr userDrawn="1"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6DBFCC-5D78-4147-9CF7-32EA05C43678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B9C81B-DF52-4DAC-AA46-8B9DD183C3D7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247929-E6C5-45E3-8322-C0AD9A136BDB}"/>
              </a:ext>
            </a:extLst>
          </p:cNvPr>
          <p:cNvCxnSpPr>
            <a:cxnSpLocks/>
          </p:cNvCxnSpPr>
          <p:nvPr userDrawn="1"/>
        </p:nvCxnSpPr>
        <p:spPr>
          <a:xfrm>
            <a:off x="-377825" y="4414272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25BB94-CBEC-4A7A-A210-D5482C6094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B637C7-0F8F-4C9E-B257-B3EA359D8095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1B5ABE-B558-4528-85B1-C26361A78C3A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37A070-6D03-4155-807F-BCC7C0A810FC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EEA8FC-F3BC-4F3A-8DAC-02EA7C3B5DF3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4850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CED08BAC-D18B-45E7-B766-87BEA9889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75" y="2095678"/>
            <a:ext cx="8294687" cy="1431925"/>
          </a:xfrm>
        </p:spPr>
        <p:txBody>
          <a:bodyPr anchor="b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here to edit the presentation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A7CE09-5BDC-447E-B99E-E9AB6C4BA7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8975" y="3757953"/>
            <a:ext cx="8294687" cy="656319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33400" indent="0">
              <a:buNone/>
              <a:defRPr/>
            </a:lvl3pPr>
            <a:lvl4pPr marL="812800" indent="0">
              <a:buNone/>
              <a:defRPr/>
            </a:lvl4pPr>
            <a:lvl5pPr marL="1079500" indent="0">
              <a:buNone/>
              <a:defRPr/>
            </a:lvl5pPr>
          </a:lstStyle>
          <a:p>
            <a:pPr lvl="0"/>
            <a:r>
              <a:rPr lang="en-US" dirty="0"/>
              <a:t>Click to edit subline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96EC1B4-F796-4CEC-844A-F4818C162B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975" y="5944394"/>
            <a:ext cx="8294688" cy="45720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33400" indent="0">
              <a:buNone/>
              <a:defRPr/>
            </a:lvl3pPr>
            <a:lvl4pPr marL="812800" indent="0">
              <a:buNone/>
              <a:defRPr/>
            </a:lvl4pPr>
            <a:lvl5pPr marL="1079500" indent="0">
              <a:buNone/>
              <a:defRPr/>
            </a:lvl5pPr>
          </a:lstStyle>
          <a:p>
            <a:pPr lvl="0"/>
            <a:r>
              <a:rPr lang="en-US" dirty="0"/>
              <a:t>Click to edit presenter and date</a:t>
            </a:r>
          </a:p>
        </p:txBody>
      </p:sp>
    </p:spTree>
    <p:extLst>
      <p:ext uri="{BB962C8B-B14F-4D97-AF65-F5344CB8AC3E}">
        <p14:creationId xmlns:p14="http://schemas.microsoft.com/office/powerpoint/2010/main" val="68036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AC0DF7E-327C-4E53-89AF-2D4FDE56D9EB}"/>
              </a:ext>
            </a:extLst>
          </p:cNvPr>
          <p:cNvSpPr/>
          <p:nvPr userDrawn="1"/>
        </p:nvSpPr>
        <p:spPr>
          <a:xfrm>
            <a:off x="0" y="0"/>
            <a:ext cx="12198350" cy="4334943"/>
          </a:xfrm>
          <a:prstGeom prst="rect">
            <a:avLst/>
          </a:prstGeom>
          <a:solidFill>
            <a:schemeClr val="accent2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en-US" sz="1800" noProof="0">
              <a:effectLst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4FA8889-EF31-484D-BE9E-2367ECFA4C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sp>
        <p:nvSpPr>
          <p:cNvPr id="27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688978" y="4496594"/>
            <a:ext cx="10820308" cy="6563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360" indent="-457360" algn="ctr">
              <a:lnSpc>
                <a:spcPct val="100000"/>
              </a:lnSpc>
              <a:buFont typeface="Arial" panose="020B0604020202020204" pitchFamily="34" charset="0"/>
              <a:buNone/>
              <a:defRPr lang="en-US" sz="2400" noProof="0" dirty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en-US" noProof="0" dirty="0"/>
              <a:t>Click to edit subline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B537C6-926C-45AB-AE99-F8CF8B046D76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EC609D-9725-468A-8C08-8C8B8B1E03C5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1B614F-ED6C-42DA-BEF1-96CAB305FF31}"/>
              </a:ext>
            </a:extLst>
          </p:cNvPr>
          <p:cNvCxnSpPr>
            <a:cxnSpLocks/>
          </p:cNvCxnSpPr>
          <p:nvPr/>
        </p:nvCxnSpPr>
        <p:spPr>
          <a:xfrm>
            <a:off x="-454025" y="4163107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29E4EF-2B92-4E1F-B894-C7810F4FF966}"/>
              </a:ext>
            </a:extLst>
          </p:cNvPr>
          <p:cNvCxnSpPr>
            <a:cxnSpLocks/>
          </p:cNvCxnSpPr>
          <p:nvPr/>
        </p:nvCxnSpPr>
        <p:spPr>
          <a:xfrm>
            <a:off x="-454025" y="4336839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FA9745-C5A4-4D95-9D5D-B6D870E4A902}"/>
              </a:ext>
            </a:extLst>
          </p:cNvPr>
          <p:cNvCxnSpPr>
            <a:cxnSpLocks/>
          </p:cNvCxnSpPr>
          <p:nvPr/>
        </p:nvCxnSpPr>
        <p:spPr>
          <a:xfrm>
            <a:off x="-454025" y="4496594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8C773-A11E-45B1-B5EC-828923BFFD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50831-A6E4-4406-AD14-19B468D961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1F5FEC-484A-49B9-AE5B-3CA5C48CAF2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20F5D7-8F14-4397-B5AB-0DE36357E14A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5F26D1-0318-4D0D-A7B6-D2B22230E31A}"/>
              </a:ext>
            </a:extLst>
          </p:cNvPr>
          <p:cNvCxnSpPr>
            <a:cxnSpLocks/>
          </p:cNvCxnSpPr>
          <p:nvPr userDrawn="1"/>
        </p:nvCxnSpPr>
        <p:spPr>
          <a:xfrm>
            <a:off x="-454025" y="3633510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561840-F0FA-4132-B15A-71D090FDFD68}"/>
              </a:ext>
            </a:extLst>
          </p:cNvPr>
          <p:cNvCxnSpPr>
            <a:cxnSpLocks/>
          </p:cNvCxnSpPr>
          <p:nvPr userDrawn="1"/>
        </p:nvCxnSpPr>
        <p:spPr>
          <a:xfrm>
            <a:off x="-454025" y="4336839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A769BD-82AB-48AF-AFA3-8F02744FDF11}"/>
              </a:ext>
            </a:extLst>
          </p:cNvPr>
          <p:cNvCxnSpPr>
            <a:cxnSpLocks/>
          </p:cNvCxnSpPr>
          <p:nvPr userDrawn="1"/>
        </p:nvCxnSpPr>
        <p:spPr>
          <a:xfrm>
            <a:off x="-454025" y="4496594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08819F8-E3EE-447B-B127-3A02CD854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74" y="2730307"/>
            <a:ext cx="10820311" cy="1432800"/>
          </a:xfr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1824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89FB745-25FD-46E0-9255-8A95B968009D}"/>
              </a:ext>
            </a:extLst>
          </p:cNvPr>
          <p:cNvSpPr/>
          <p:nvPr userDrawn="1"/>
        </p:nvSpPr>
        <p:spPr>
          <a:xfrm>
            <a:off x="0" y="0"/>
            <a:ext cx="12198350" cy="4334943"/>
          </a:xfrm>
          <a:prstGeom prst="rect">
            <a:avLst/>
          </a:prstGeom>
          <a:solidFill>
            <a:schemeClr val="accent1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en-US" sz="1800" noProof="0">
              <a:effectLst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4B734D-57C7-455D-953B-4143B5A634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D0230401-6189-4CBC-9822-9038847DE5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8974" y="4496594"/>
            <a:ext cx="10820400" cy="6563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360" indent="-457360" algn="ctr">
              <a:lnSpc>
                <a:spcPct val="100000"/>
              </a:lnSpc>
              <a:buFont typeface="Arial" panose="020B0604020202020204" pitchFamily="34" charset="0"/>
              <a:buNone/>
              <a:def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pPr marL="0" lvl="0" indent="0">
              <a:buFont typeface="Arial" panose="020B0604020202020204" pitchFamily="34" charset="0"/>
              <a:buNone/>
            </a:pPr>
            <a:r>
              <a:rPr lang="en-US" noProof="0" dirty="0"/>
              <a:t>Click to edit subline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E4AA762-DA8D-4C94-8D96-E7DE2AFD4A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975" y="2729594"/>
            <a:ext cx="10820400" cy="1433513"/>
          </a:xfrm>
        </p:spPr>
        <p:txBody>
          <a:bodyPr anchor="b"/>
          <a:lstStyle>
            <a:lvl1pPr algn="ctr">
              <a:lnSpc>
                <a:spcPct val="100000"/>
              </a:lnSpc>
              <a:buNone/>
              <a:defRPr sz="5400">
                <a:solidFill>
                  <a:schemeClr val="bg1"/>
                </a:solidFill>
              </a:defRPr>
            </a:lvl1pPr>
            <a:lvl2pPr>
              <a:buNone/>
              <a:defRPr sz="4000">
                <a:solidFill>
                  <a:schemeClr val="bg1"/>
                </a:solidFill>
              </a:defRPr>
            </a:lvl2pPr>
            <a:lvl3pPr>
              <a:buNone/>
              <a:defRPr sz="3600">
                <a:solidFill>
                  <a:schemeClr val="bg1"/>
                </a:solidFill>
              </a:defRPr>
            </a:lvl3pPr>
            <a:lvl4pPr>
              <a:buNone/>
              <a:defRPr sz="3600">
                <a:solidFill>
                  <a:schemeClr val="bg1"/>
                </a:solidFill>
              </a:defRPr>
            </a:lvl4pPr>
            <a:lvl5pPr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section 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9A238D-691F-4209-9F4E-00A73B02BE2B}"/>
              </a:ext>
            </a:extLst>
          </p:cNvPr>
          <p:cNvCxnSpPr>
            <a:cxnSpLocks/>
          </p:cNvCxnSpPr>
          <p:nvPr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046FB5-0135-4A26-947C-C64906839431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B9CF5A-AEF5-4DF0-ACA9-1114EFB6593F}"/>
              </a:ext>
            </a:extLst>
          </p:cNvPr>
          <p:cNvCxnSpPr>
            <a:cxnSpLocks/>
          </p:cNvCxnSpPr>
          <p:nvPr/>
        </p:nvCxnSpPr>
        <p:spPr>
          <a:xfrm>
            <a:off x="-454025" y="4163107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E51DF0-BB65-4E7A-AB40-CC1D92A42801}"/>
              </a:ext>
            </a:extLst>
          </p:cNvPr>
          <p:cNvCxnSpPr>
            <a:cxnSpLocks/>
          </p:cNvCxnSpPr>
          <p:nvPr/>
        </p:nvCxnSpPr>
        <p:spPr>
          <a:xfrm>
            <a:off x="-454025" y="4336839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3EDBA1-D620-4E81-8B47-25A6473E491C}"/>
              </a:ext>
            </a:extLst>
          </p:cNvPr>
          <p:cNvCxnSpPr>
            <a:cxnSpLocks/>
          </p:cNvCxnSpPr>
          <p:nvPr/>
        </p:nvCxnSpPr>
        <p:spPr>
          <a:xfrm>
            <a:off x="-454025" y="4496594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1920C-9216-43C0-B881-76E0BDE364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52E028-93E2-455C-BA65-4C7F89CDA8A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D54B31-A9C2-4100-BE95-92CCD944DB46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321507-F572-4614-A5F9-65BEDA3ED10B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13950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A00062-1E47-441E-B30F-F61BEC1B7129}"/>
              </a:ext>
            </a:extLst>
          </p:cNvPr>
          <p:cNvCxnSpPr>
            <a:cxnSpLocks/>
          </p:cNvCxnSpPr>
          <p:nvPr userDrawn="1"/>
        </p:nvCxnSpPr>
        <p:spPr>
          <a:xfrm>
            <a:off x="-454025" y="4163107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9240AA-69B1-4CCA-8906-6D0F38D6BD17}"/>
              </a:ext>
            </a:extLst>
          </p:cNvPr>
          <p:cNvCxnSpPr>
            <a:cxnSpLocks/>
          </p:cNvCxnSpPr>
          <p:nvPr userDrawn="1"/>
        </p:nvCxnSpPr>
        <p:spPr>
          <a:xfrm>
            <a:off x="-454025" y="4336839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CC0ED3-1C74-4DD8-BE4C-DCB49E593DDF}"/>
              </a:ext>
            </a:extLst>
          </p:cNvPr>
          <p:cNvCxnSpPr>
            <a:cxnSpLocks/>
          </p:cNvCxnSpPr>
          <p:nvPr userDrawn="1"/>
        </p:nvCxnSpPr>
        <p:spPr>
          <a:xfrm>
            <a:off x="-454025" y="4496594"/>
            <a:ext cx="4022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29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60375" y="2684420"/>
            <a:ext cx="534948" cy="529303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60375" y="3284285"/>
            <a:ext cx="534948" cy="529303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60375" y="3884151"/>
            <a:ext cx="534948" cy="529303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460375" y="4500691"/>
            <a:ext cx="534948" cy="529303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6" name="Text Placeholder 31"/>
          <p:cNvSpPr>
            <a:spLocks noGrp="1"/>
          </p:cNvSpPr>
          <p:nvPr>
            <p:ph type="body" sz="quarter" idx="22"/>
          </p:nvPr>
        </p:nvSpPr>
        <p:spPr>
          <a:xfrm>
            <a:off x="993775" y="3284285"/>
            <a:ext cx="10668639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buNone/>
              <a:defRPr lang="de-DE" sz="1800" b="0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7" name="Text Placeholder 31"/>
          <p:cNvSpPr>
            <a:spLocks noGrp="1"/>
          </p:cNvSpPr>
          <p:nvPr>
            <p:ph type="body" sz="quarter" idx="23"/>
          </p:nvPr>
        </p:nvSpPr>
        <p:spPr>
          <a:xfrm>
            <a:off x="993775" y="4500691"/>
            <a:ext cx="10668639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buNone/>
              <a:defRPr lang="de-DE" sz="1800" b="0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8" name="Text Placeholder 31"/>
          <p:cNvSpPr>
            <a:spLocks noGrp="1"/>
          </p:cNvSpPr>
          <p:nvPr>
            <p:ph type="body" sz="quarter" idx="24"/>
          </p:nvPr>
        </p:nvSpPr>
        <p:spPr>
          <a:xfrm>
            <a:off x="993775" y="2684420"/>
            <a:ext cx="10668639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buNone/>
              <a:defRPr lang="de-DE" sz="1800" b="0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9" name="Text Placeholder 31"/>
          <p:cNvSpPr>
            <a:spLocks noGrp="1"/>
          </p:cNvSpPr>
          <p:nvPr>
            <p:ph type="body" sz="quarter" idx="25"/>
          </p:nvPr>
        </p:nvSpPr>
        <p:spPr>
          <a:xfrm>
            <a:off x="993775" y="3884151"/>
            <a:ext cx="10668639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buNone/>
              <a:defRPr lang="de-DE" sz="1800" b="0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20" name="Text Placeholder 31"/>
          <p:cNvSpPr>
            <a:spLocks noGrp="1"/>
          </p:cNvSpPr>
          <p:nvPr>
            <p:ph type="body" sz="quarter" idx="26"/>
          </p:nvPr>
        </p:nvSpPr>
        <p:spPr>
          <a:xfrm>
            <a:off x="993775" y="2080459"/>
            <a:ext cx="10668639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buNone/>
              <a:defRPr lang="de-DE" sz="1800" b="0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60375" y="2080459"/>
            <a:ext cx="534948" cy="529303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Verdana" panose="020B0604030504040204" pitchFamily="34" charset="0"/>
              <a:buNone/>
              <a:defRPr lang="de-DE" sz="1800" kern="0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US" noProof="0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FEDC7-24DE-4A84-A251-E32B345D5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BA228-8B6D-49F3-9628-D62DCAA17B0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9FDD0-AB81-4780-B090-DA9CE1E4A2D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946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highligh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1"/>
          <p:cNvSpPr>
            <a:spLocks noGrp="1"/>
          </p:cNvSpPr>
          <p:nvPr>
            <p:ph type="body" sz="quarter" idx="10"/>
          </p:nvPr>
        </p:nvSpPr>
        <p:spPr>
          <a:xfrm>
            <a:off x="993775" y="2080459"/>
            <a:ext cx="10668000" cy="529303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de-DE" sz="1800" b="0" kern="0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algn="l" defTabSz="1243731" rtl="0" eaLnBrk="1" fontAlgn="base" latinLnBrk="0" hangingPunct="1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buClr>
                <a:schemeClr val="accent5"/>
              </a:buClr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60375" y="2080459"/>
            <a:ext cx="534948" cy="529303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Verdana" panose="020B0604030504040204" pitchFamily="34" charset="0"/>
              <a:buNone/>
              <a:defRPr lang="de-DE" sz="1800" kern="0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US" noProof="0" dirty="0"/>
              <a:t>#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60375" y="2684420"/>
            <a:ext cx="534948" cy="52930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60375" y="3284285"/>
            <a:ext cx="534948" cy="52930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60375" y="3884151"/>
            <a:ext cx="534948" cy="52930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460375" y="4500691"/>
            <a:ext cx="534948" cy="52930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#</a:t>
            </a:r>
          </a:p>
        </p:txBody>
      </p:sp>
      <p:sp>
        <p:nvSpPr>
          <p:cNvPr id="45" name="Text Placeholder 31"/>
          <p:cNvSpPr>
            <a:spLocks noGrp="1"/>
          </p:cNvSpPr>
          <p:nvPr>
            <p:ph type="body" sz="quarter" idx="21"/>
          </p:nvPr>
        </p:nvSpPr>
        <p:spPr>
          <a:xfrm>
            <a:off x="993775" y="2684420"/>
            <a:ext cx="10668000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de-DE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46" name="Text Placeholder 31"/>
          <p:cNvSpPr>
            <a:spLocks noGrp="1"/>
          </p:cNvSpPr>
          <p:nvPr>
            <p:ph type="body" sz="quarter" idx="22"/>
          </p:nvPr>
        </p:nvSpPr>
        <p:spPr>
          <a:xfrm>
            <a:off x="993775" y="3284285"/>
            <a:ext cx="10668000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de-DE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47" name="Text Placeholder 31"/>
          <p:cNvSpPr>
            <a:spLocks noGrp="1"/>
          </p:cNvSpPr>
          <p:nvPr>
            <p:ph type="body" sz="quarter" idx="23"/>
          </p:nvPr>
        </p:nvSpPr>
        <p:spPr>
          <a:xfrm>
            <a:off x="993775" y="3884151"/>
            <a:ext cx="10668000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de-DE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48" name="Text Placeholder 31"/>
          <p:cNvSpPr>
            <a:spLocks noGrp="1"/>
          </p:cNvSpPr>
          <p:nvPr>
            <p:ph type="body" sz="quarter" idx="24"/>
          </p:nvPr>
        </p:nvSpPr>
        <p:spPr>
          <a:xfrm>
            <a:off x="993775" y="4500691"/>
            <a:ext cx="10668000" cy="529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486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de-DE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Verdana" panose="020B0604030504040204" pitchFamily="34" charset="0"/>
                <a:cs typeface="Segoe UI" pitchFamily="34" charset="0"/>
              </a:defRPr>
            </a:lvl1pPr>
          </a:lstStyle>
          <a:p>
            <a:pPr marL="144000" lvl="0" indent="0" defTabSz="1243731" fontAlgn="base">
              <a:lnSpc>
                <a:spcPts val="2934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2D91D5-8E3D-4780-8174-1C42604C9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D735E-D196-4182-A349-819694190AD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66BA4-2068-40CD-8182-D37819A8D8C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427795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FD639B-D03F-46F9-BB2D-73A835FE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99" y="1220400"/>
            <a:ext cx="11573263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04C2C-F626-48A3-A823-15161A1ED2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37570-C82F-4F91-A4D2-F9EE33C6AB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5542E-8B6F-4DA0-A0BA-EA1F55E06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539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EC976-6253-43AD-BBBE-8563F9A376EB}"/>
              </a:ext>
            </a:extLst>
          </p:cNvPr>
          <p:cNvCxnSpPr>
            <a:cxnSpLocks/>
          </p:cNvCxnSpPr>
          <p:nvPr/>
        </p:nvCxnSpPr>
        <p:spPr>
          <a:xfrm rot="5400000" flipH="1">
            <a:off x="590850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D062C3-0BED-4BF6-95ED-3D3B0646E92D}"/>
              </a:ext>
            </a:extLst>
          </p:cNvPr>
          <p:cNvCxnSpPr>
            <a:cxnSpLocks/>
          </p:cNvCxnSpPr>
          <p:nvPr/>
        </p:nvCxnSpPr>
        <p:spPr>
          <a:xfrm rot="5400000" flipH="1">
            <a:off x="6016076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1927D3C-7FBD-43C2-B698-DE60796A0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8" y="1220400"/>
            <a:ext cx="5759996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C76DFE0-3382-44DD-BBF6-88B671415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30375" y="1220400"/>
            <a:ext cx="5759996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47AD9-7918-4DE1-8CBE-37DC5AA67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4AA09-1B31-4759-A1DB-21D1E36962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5E0D87-D2BD-4B58-B3C8-B388D7BA1374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90850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D14F21-E2CB-4484-B56B-10CCD2C8E022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6016076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5DDEC-936B-4BC8-ABBA-85FC399825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979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/imag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518350" y="1220400"/>
            <a:ext cx="4372023" cy="518119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/>
            </a:lvl1pPr>
          </a:lstStyle>
          <a:p>
            <a:r>
              <a:rPr lang="de-DE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35E6E9-3F81-47B2-A4FD-5A25C4353879}"/>
              </a:ext>
            </a:extLst>
          </p:cNvPr>
          <p:cNvCxnSpPr>
            <a:cxnSpLocks/>
          </p:cNvCxnSpPr>
          <p:nvPr/>
        </p:nvCxnSpPr>
        <p:spPr>
          <a:xfrm rot="5400000" flipH="1">
            <a:off x="740405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BB819F-8341-45DF-81F9-5B5ECC75CD35}"/>
              </a:ext>
            </a:extLst>
          </p:cNvPr>
          <p:cNvCxnSpPr>
            <a:cxnSpLocks/>
          </p:cNvCxnSpPr>
          <p:nvPr/>
        </p:nvCxnSpPr>
        <p:spPr>
          <a:xfrm rot="5400000" flipH="1">
            <a:off x="7280274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2EA8A2D-DF17-4611-A971-8AE90341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99" y="1220400"/>
            <a:ext cx="7131775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CCFEF-5227-47EB-BADF-EFAD658B9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E91F4-0085-4E72-9B77-0D375DBDB9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55A56C-CBEF-4779-BF0C-EEC31B9B909C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40405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9794F4-3845-46FE-8C12-7C6359D3DC24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280274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242F-D81A-423E-8685-0ABFD1647E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430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/imag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261938" y="1220400"/>
            <a:ext cx="4418012" cy="251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de-DE" dirty="0"/>
              <a:t> 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261938" y="3886994"/>
            <a:ext cx="4418012" cy="251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de-DE" dirty="0"/>
              <a:t> 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>
            <a:off x="4565649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 rot="5400000" flipH="1">
            <a:off x="46894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 flipH="1">
            <a:off x="-295275" y="3886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rot="10800000" flipH="1">
            <a:off x="-301625" y="37368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77F6E3D-82E5-4A26-A78A-C250A9B4C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773" y="1220400"/>
            <a:ext cx="7086601" cy="25243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8DFE5D3-A4E0-411E-9F07-B99F200BF0A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03773" y="3886995"/>
            <a:ext cx="7086601" cy="251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25E40-77CA-4E90-ADF4-15DA364B0B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93BDB-3367-49AF-BC1C-549D9E9F524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EAC20D-B63D-4486-BFFA-CA703DB71663}"/>
              </a:ext>
            </a:extLst>
          </p:cNvPr>
          <p:cNvCxnSpPr/>
          <p:nvPr userDrawn="1"/>
        </p:nvCxnSpPr>
        <p:spPr>
          <a:xfrm rot="5400000" flipH="1">
            <a:off x="4565649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074C75-3999-4B8C-88D4-2F5225727720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46894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18000D-69FB-47B2-8D70-1716673D7887}"/>
              </a:ext>
            </a:extLst>
          </p:cNvPr>
          <p:cNvCxnSpPr/>
          <p:nvPr userDrawn="1"/>
        </p:nvCxnSpPr>
        <p:spPr>
          <a:xfrm rot="10800000" flipH="1">
            <a:off x="-295275" y="3886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A0CD09-1C15-4EAB-8D1D-CDDCAA6537C3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301625" y="37368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C29AF-05D6-48A9-9DD4-A0E4F042AD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09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 with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10671175" y="1220400"/>
            <a:ext cx="1219200" cy="51811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20650" indent="-120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sz="1100">
                <a:solidFill>
                  <a:schemeClr val="tx1"/>
                </a:solidFill>
                <a:latin typeface="+mn-lt"/>
              </a:defRPr>
            </a:lvl1pPr>
            <a:lvl2pPr marL="234950" indent="-1079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"/>
              <a:defRPr lang="en-US" sz="1100" kern="0" noProof="0" dirty="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2pPr>
            <a:lvl3pPr marL="3619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tabLst/>
              <a:defRPr sz="1100">
                <a:solidFill>
                  <a:schemeClr val="tx1"/>
                </a:solidFill>
                <a:latin typeface="+mn-lt"/>
              </a:defRPr>
            </a:lvl3pPr>
            <a:lvl4pPr marL="476250" indent="-1428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}"/>
              <a:tabLst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5905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sz="1000">
                <a:solidFill>
                  <a:schemeClr val="tx2"/>
                </a:solidFill>
              </a:defRPr>
            </a:lvl5pPr>
            <a:lvl6pPr marL="288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Subchapter</a:t>
            </a:r>
          </a:p>
          <a:p>
            <a:pPr lvl="2"/>
            <a:r>
              <a:rPr lang="en-US" noProof="0" dirty="0"/>
              <a:t>Subchapter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8DBF98-A77D-4661-9E44-2CFC9F3CEE33}"/>
              </a:ext>
            </a:extLst>
          </p:cNvPr>
          <p:cNvCxnSpPr>
            <a:cxnSpLocks/>
          </p:cNvCxnSpPr>
          <p:nvPr/>
        </p:nvCxnSpPr>
        <p:spPr>
          <a:xfrm rot="5400000" flipH="1">
            <a:off x="105568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43D5563-B0BC-4FF6-AA51-6AFF3D84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99" y="1220400"/>
            <a:ext cx="10179775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8ED4E-F71D-4E8D-A6F1-27185B0FCF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F711F-5B9E-48F0-8682-D51ADA9FD60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820C73-DD9E-4704-BC10-2FFCE1468D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07C6C-FBDF-484F-9FE3-9959B07D1FA6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05568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494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I with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10671175" y="1220400"/>
            <a:ext cx="1219200" cy="51804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20650" indent="-120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lang="en-US" sz="1100" noProof="0">
                <a:solidFill>
                  <a:schemeClr val="tx1"/>
                </a:solidFill>
              </a:defRPr>
            </a:lvl1pPr>
            <a:lvl2pPr marL="234950" indent="-1079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"/>
              <a:defRPr lang="en-US" sz="1100" noProof="0">
                <a:solidFill>
                  <a:schemeClr val="tx1"/>
                </a:solidFill>
              </a:defRPr>
            </a:lvl2pPr>
            <a:lvl3pPr marL="3619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tabLst/>
              <a:defRPr lang="en-US" sz="1100" noProof="0">
                <a:solidFill>
                  <a:schemeClr val="tx1"/>
                </a:solidFill>
              </a:defRPr>
            </a:lvl3pPr>
            <a:lvl4pPr marL="476250" indent="-1428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}"/>
              <a:tabLst/>
              <a:defRPr lang="en-US" sz="1100" noProof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905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sz="1000">
                <a:solidFill>
                  <a:schemeClr val="tx2"/>
                </a:solidFill>
              </a:defRPr>
            </a:lvl5pPr>
            <a:lvl6pPr marL="288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</a:lstStyle>
          <a:p>
            <a:pPr marL="120650" lvl="0" indent="-120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</a:pPr>
            <a:r>
              <a:rPr lang="en-US" noProof="0" dirty="0"/>
              <a:t>Click to edit the navigation text</a:t>
            </a:r>
          </a:p>
          <a:p>
            <a:pPr marL="234950" lvl="1" indent="-1079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Wingdings 3" panose="05040102010807070707" pitchFamily="18" charset="2"/>
              <a:buChar char=""/>
            </a:pPr>
            <a:r>
              <a:rPr lang="en-US" noProof="0" dirty="0"/>
              <a:t>Subchapter</a:t>
            </a:r>
          </a:p>
          <a:p>
            <a:pPr marL="361950" lvl="2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tabLst/>
            </a:pPr>
            <a:r>
              <a:rPr lang="en-US" noProof="0" dirty="0"/>
              <a:t>Subchapter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471078-9374-4923-A8A5-99AE5DD0DD23}"/>
              </a:ext>
            </a:extLst>
          </p:cNvPr>
          <p:cNvCxnSpPr>
            <a:cxnSpLocks/>
          </p:cNvCxnSpPr>
          <p:nvPr/>
        </p:nvCxnSpPr>
        <p:spPr>
          <a:xfrm rot="5400000" flipH="1">
            <a:off x="5188499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61A0F0-A74D-49A9-9E63-A8BE183B2ABB}"/>
              </a:ext>
            </a:extLst>
          </p:cNvPr>
          <p:cNvCxnSpPr>
            <a:cxnSpLocks/>
          </p:cNvCxnSpPr>
          <p:nvPr/>
        </p:nvCxnSpPr>
        <p:spPr>
          <a:xfrm rot="5400000" flipH="1">
            <a:off x="5288274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579F33-8663-46E3-B8E0-5253FF26083C}"/>
              </a:ext>
            </a:extLst>
          </p:cNvPr>
          <p:cNvCxnSpPr>
            <a:cxnSpLocks/>
          </p:cNvCxnSpPr>
          <p:nvPr/>
        </p:nvCxnSpPr>
        <p:spPr>
          <a:xfrm rot="5400000" flipH="1">
            <a:off x="105568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FBB8C13-9661-40C7-AD06-D7F41BC5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99" y="1220400"/>
            <a:ext cx="5040000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1AFD5AA-4672-4510-A0E0-BFBA386C26D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402574" y="1220400"/>
            <a:ext cx="5040000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65BFE-A79A-4F94-A54A-A34157112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4CA5D-3223-4193-8471-6D4FA34F789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A31B04-DF0D-40C5-AC20-9E45B5C2998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5244D6-86FA-4BAE-9197-34B238227F9F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188499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C0BCBE-CFEE-4117-80EE-327E16146483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288274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948E37-6900-4A74-A077-D08F85084507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05568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945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neyco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BA769B2-A7DE-4BB8-BA2A-85BFEE496B43}"/>
              </a:ext>
            </a:extLst>
          </p:cNvPr>
          <p:cNvSpPr/>
          <p:nvPr userDrawn="1"/>
        </p:nvSpPr>
        <p:spPr>
          <a:xfrm>
            <a:off x="463" y="49927"/>
            <a:ext cx="12184723" cy="6858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Rechteck 16">
            <a:extLst>
              <a:ext uri="{FF2B5EF4-FFF2-40B4-BE49-F238E27FC236}">
                <a16:creationId xmlns:a16="http://schemas.microsoft.com/office/drawing/2014/main" id="{0ADFBC11-0409-49BE-B364-BD315CBD1804}"/>
              </a:ext>
            </a:extLst>
          </p:cNvPr>
          <p:cNvSpPr/>
          <p:nvPr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42EC19-7753-4201-8C38-EB336E314F38}"/>
              </a:ext>
            </a:extLst>
          </p:cNvPr>
          <p:cNvSpPr/>
          <p:nvPr userDrawn="1"/>
        </p:nvSpPr>
        <p:spPr>
          <a:xfrm>
            <a:off x="463" y="36001"/>
            <a:ext cx="12198350" cy="924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sp>
        <p:nvSpPr>
          <p:cNvPr id="55" name="Rechteck 16">
            <a:extLst>
              <a:ext uri="{FF2B5EF4-FFF2-40B4-BE49-F238E27FC236}">
                <a16:creationId xmlns:a16="http://schemas.microsoft.com/office/drawing/2014/main" id="{AB66A952-6A3A-40AB-9880-F417BFD73CA7}"/>
              </a:ext>
            </a:extLst>
          </p:cNvPr>
          <p:cNvSpPr/>
          <p:nvPr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sp>
        <p:nvSpPr>
          <p:cNvPr id="52" name="Rechteck 16">
            <a:extLst>
              <a:ext uri="{FF2B5EF4-FFF2-40B4-BE49-F238E27FC236}">
                <a16:creationId xmlns:a16="http://schemas.microsoft.com/office/drawing/2014/main" id="{ED08DE77-AA0F-41CE-8893-B2BE6C95F2F5}"/>
              </a:ext>
            </a:extLst>
          </p:cNvPr>
          <p:cNvSpPr/>
          <p:nvPr userDrawn="1"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sp>
        <p:nvSpPr>
          <p:cNvPr id="73" name="Rechteck 16">
            <a:extLst>
              <a:ext uri="{FF2B5EF4-FFF2-40B4-BE49-F238E27FC236}">
                <a16:creationId xmlns:a16="http://schemas.microsoft.com/office/drawing/2014/main" id="{C18F57A2-03E7-4742-BF08-50B92EB8ECED}"/>
              </a:ext>
            </a:extLst>
          </p:cNvPr>
          <p:cNvSpPr/>
          <p:nvPr userDrawn="1"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293162F-8EB4-4921-982A-CFCBE67605E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50" name="Picture Placeholder 13">
            <a:extLst>
              <a:ext uri="{FF2B5EF4-FFF2-40B4-BE49-F238E27FC236}">
                <a16:creationId xmlns:a16="http://schemas.microsoft.com/office/drawing/2014/main" id="{D9F8ED8E-E78C-4E7E-B230-2334118D241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963482"/>
            <a:ext cx="12185650" cy="5944796"/>
          </a:xfrm>
        </p:spPr>
        <p:txBody>
          <a:bodyPr tIns="180000" rIns="180000"/>
          <a:lstStyle>
            <a:lvl1pPr algn="r">
              <a:buNone/>
              <a:defRPr sz="12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8B5A065-368B-43BB-BF5C-C8A272AF5D9F}"/>
              </a:ext>
            </a:extLst>
          </p:cNvPr>
          <p:cNvSpPr/>
          <p:nvPr userDrawn="1"/>
        </p:nvSpPr>
        <p:spPr>
          <a:xfrm rot="5400000">
            <a:off x="3870619" y="3001852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2CCEAB0-7590-41E8-ADA1-07A23D009D2E}"/>
              </a:ext>
            </a:extLst>
          </p:cNvPr>
          <p:cNvSpPr/>
          <p:nvPr userDrawn="1"/>
        </p:nvSpPr>
        <p:spPr>
          <a:xfrm rot="5400000">
            <a:off x="394585" y="1020652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06E179A-E5C2-412A-BD3B-EB41876B3EC5}"/>
              </a:ext>
            </a:extLst>
          </p:cNvPr>
          <p:cNvSpPr/>
          <p:nvPr userDrawn="1"/>
        </p:nvSpPr>
        <p:spPr>
          <a:xfrm rot="5400000">
            <a:off x="390299" y="4986234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8755702-8BEC-4276-93D1-91D0CC4DF23D}"/>
              </a:ext>
            </a:extLst>
          </p:cNvPr>
          <p:cNvSpPr/>
          <p:nvPr userDrawn="1"/>
        </p:nvSpPr>
        <p:spPr>
          <a:xfrm rot="5400000">
            <a:off x="2118019" y="2004850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64433AE-A590-4DD8-981E-74133BB6C5A3}"/>
              </a:ext>
            </a:extLst>
          </p:cNvPr>
          <p:cNvSpPr/>
          <p:nvPr userDrawn="1"/>
        </p:nvSpPr>
        <p:spPr>
          <a:xfrm rot="5400000">
            <a:off x="3870620" y="4966237"/>
            <a:ext cx="1648212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C1F4C713-99AE-40D6-B6C0-E24CB72A9C39}"/>
              </a:ext>
            </a:extLst>
          </p:cNvPr>
          <p:cNvSpPr/>
          <p:nvPr userDrawn="1"/>
        </p:nvSpPr>
        <p:spPr>
          <a:xfrm rot="5400000">
            <a:off x="2118019" y="4000216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B232399-51A2-417A-A5DC-AF16C54C198C}"/>
              </a:ext>
            </a:extLst>
          </p:cNvPr>
          <p:cNvSpPr/>
          <p:nvPr userDrawn="1"/>
        </p:nvSpPr>
        <p:spPr>
          <a:xfrm rot="5400000">
            <a:off x="5623220" y="4000215"/>
            <a:ext cx="1648212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CB79A9B-3D03-47E4-A4F3-0A524B6A9CA9}"/>
              </a:ext>
            </a:extLst>
          </p:cNvPr>
          <p:cNvSpPr/>
          <p:nvPr userDrawn="1"/>
        </p:nvSpPr>
        <p:spPr>
          <a:xfrm rot="5400000">
            <a:off x="7375820" y="3001851"/>
            <a:ext cx="1648212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B993889-A141-4E5C-AD3D-8EE823CA2CCA}"/>
              </a:ext>
            </a:extLst>
          </p:cNvPr>
          <p:cNvSpPr/>
          <p:nvPr userDrawn="1"/>
        </p:nvSpPr>
        <p:spPr>
          <a:xfrm rot="5400000">
            <a:off x="7375820" y="4986233"/>
            <a:ext cx="1648212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A007123-0AC3-4104-BC82-1A7E156D8C6E}"/>
              </a:ext>
            </a:extLst>
          </p:cNvPr>
          <p:cNvSpPr/>
          <p:nvPr userDrawn="1"/>
        </p:nvSpPr>
        <p:spPr>
          <a:xfrm rot="5400000">
            <a:off x="6033541" y="5591520"/>
            <a:ext cx="785685" cy="1852612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1004836 w 2009672"/>
              <a:gd name="connsiteY7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1004836"/>
              <a:gd name="connsiteY0" fmla="*/ 0 h 1748416"/>
              <a:gd name="connsiteX1" fmla="*/ 952808 w 1004836"/>
              <a:gd name="connsiteY1" fmla="*/ 858284 h 1748416"/>
              <a:gd name="connsiteX2" fmla="*/ 1004836 w 1004836"/>
              <a:gd name="connsiteY2" fmla="*/ 1748416 h 1748416"/>
              <a:gd name="connsiteX3" fmla="*/ 954744 w 1004836"/>
              <a:gd name="connsiteY3" fmla="*/ 1729926 h 1748416"/>
              <a:gd name="connsiteX4" fmla="*/ 0 w 1004836"/>
              <a:gd name="connsiteY4" fmla="*/ 1368136 h 1748416"/>
              <a:gd name="connsiteX5" fmla="*/ 0 w 1004836"/>
              <a:gd name="connsiteY5" fmla="*/ 380280 h 1748416"/>
              <a:gd name="connsiteX6" fmla="*/ 957649 w 1004836"/>
              <a:gd name="connsiteY6" fmla="*/ 17969 h 1748416"/>
              <a:gd name="connsiteX7" fmla="*/ 1004836 w 1004836"/>
              <a:gd name="connsiteY7" fmla="*/ 0 h 1748416"/>
              <a:gd name="connsiteX0" fmla="*/ 957649 w 1004836"/>
              <a:gd name="connsiteY0" fmla="*/ 0 h 1730447"/>
              <a:gd name="connsiteX1" fmla="*/ 952808 w 1004836"/>
              <a:gd name="connsiteY1" fmla="*/ 840315 h 1730447"/>
              <a:gd name="connsiteX2" fmla="*/ 1004836 w 1004836"/>
              <a:gd name="connsiteY2" fmla="*/ 1730447 h 1730447"/>
              <a:gd name="connsiteX3" fmla="*/ 954744 w 1004836"/>
              <a:gd name="connsiteY3" fmla="*/ 1711957 h 1730447"/>
              <a:gd name="connsiteX4" fmla="*/ 0 w 1004836"/>
              <a:gd name="connsiteY4" fmla="*/ 1350167 h 1730447"/>
              <a:gd name="connsiteX5" fmla="*/ 0 w 1004836"/>
              <a:gd name="connsiteY5" fmla="*/ 362311 h 1730447"/>
              <a:gd name="connsiteX6" fmla="*/ 957649 w 1004836"/>
              <a:gd name="connsiteY6" fmla="*/ 0 h 1730447"/>
              <a:gd name="connsiteX0" fmla="*/ 957649 w 1024717"/>
              <a:gd name="connsiteY0" fmla="*/ 0 h 1711957"/>
              <a:gd name="connsiteX1" fmla="*/ 952808 w 1024717"/>
              <a:gd name="connsiteY1" fmla="*/ 840315 h 1711957"/>
              <a:gd name="connsiteX2" fmla="*/ 954744 w 1024717"/>
              <a:gd name="connsiteY2" fmla="*/ 1711957 h 1711957"/>
              <a:gd name="connsiteX3" fmla="*/ 0 w 1024717"/>
              <a:gd name="connsiteY3" fmla="*/ 1350167 h 1711957"/>
              <a:gd name="connsiteX4" fmla="*/ 0 w 1024717"/>
              <a:gd name="connsiteY4" fmla="*/ 362311 h 1711957"/>
              <a:gd name="connsiteX5" fmla="*/ 957649 w 1024717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840"/>
              <a:gd name="connsiteY0" fmla="*/ 0 h 1711957"/>
              <a:gd name="connsiteX1" fmla="*/ 952808 w 957840"/>
              <a:gd name="connsiteY1" fmla="*/ 840315 h 1711957"/>
              <a:gd name="connsiteX2" fmla="*/ 954745 w 957840"/>
              <a:gd name="connsiteY2" fmla="*/ 1711957 h 1711957"/>
              <a:gd name="connsiteX3" fmla="*/ 0 w 957840"/>
              <a:gd name="connsiteY3" fmla="*/ 1350167 h 1711957"/>
              <a:gd name="connsiteX4" fmla="*/ 0 w 957840"/>
              <a:gd name="connsiteY4" fmla="*/ 362311 h 1711957"/>
              <a:gd name="connsiteX5" fmla="*/ 957649 w 957840"/>
              <a:gd name="connsiteY5" fmla="*/ 0 h 1711957"/>
              <a:gd name="connsiteX0" fmla="*/ 957649 w 957990"/>
              <a:gd name="connsiteY0" fmla="*/ 0 h 1711957"/>
              <a:gd name="connsiteX1" fmla="*/ 955714 w 957990"/>
              <a:gd name="connsiteY1" fmla="*/ 840314 h 1711957"/>
              <a:gd name="connsiteX2" fmla="*/ 954745 w 957990"/>
              <a:gd name="connsiteY2" fmla="*/ 1711957 h 1711957"/>
              <a:gd name="connsiteX3" fmla="*/ 0 w 957990"/>
              <a:gd name="connsiteY3" fmla="*/ 1350167 h 1711957"/>
              <a:gd name="connsiteX4" fmla="*/ 0 w 957990"/>
              <a:gd name="connsiteY4" fmla="*/ 362311 h 1711957"/>
              <a:gd name="connsiteX5" fmla="*/ 957649 w 957990"/>
              <a:gd name="connsiteY5" fmla="*/ 0 h 1711957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5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990" h="1709760">
                <a:moveTo>
                  <a:pt x="957649" y="0"/>
                </a:moveTo>
                <a:cubicBezTo>
                  <a:pt x="958939" y="546019"/>
                  <a:pt x="956198" y="553157"/>
                  <a:pt x="955714" y="838117"/>
                </a:cubicBezTo>
                <a:cubicBezTo>
                  <a:pt x="955231" y="1123077"/>
                  <a:pt x="956770" y="1336894"/>
                  <a:pt x="954748" y="1709760"/>
                </a:cubicBezTo>
                <a:lnTo>
                  <a:pt x="0" y="1347970"/>
                </a:lnTo>
                <a:lnTo>
                  <a:pt x="0" y="360114"/>
                </a:lnTo>
                <a:lnTo>
                  <a:pt x="9576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7EE808B-242A-4D97-A344-EBE872759E92}"/>
              </a:ext>
            </a:extLst>
          </p:cNvPr>
          <p:cNvSpPr/>
          <p:nvPr userDrawn="1"/>
        </p:nvSpPr>
        <p:spPr>
          <a:xfrm rot="5400000">
            <a:off x="-633200" y="2748452"/>
            <a:ext cx="1664877" cy="404909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537142 w 2009672"/>
              <a:gd name="connsiteY4" fmla="*/ 372606 h 1748416"/>
              <a:gd name="connsiteX5" fmla="*/ 0 w 2009672"/>
              <a:gd name="connsiteY5" fmla="*/ 380280 h 1748416"/>
              <a:gd name="connsiteX6" fmla="*/ 1004836 w 2009672"/>
              <a:gd name="connsiteY6" fmla="*/ 0 h 1748416"/>
              <a:gd name="connsiteX0" fmla="*/ 1004836 w 2009672"/>
              <a:gd name="connsiteY0" fmla="*/ 0 h 1368136"/>
              <a:gd name="connsiteX1" fmla="*/ 2009672 w 2009672"/>
              <a:gd name="connsiteY1" fmla="*/ 380280 h 1368136"/>
              <a:gd name="connsiteX2" fmla="*/ 2009672 w 2009672"/>
              <a:gd name="connsiteY2" fmla="*/ 1368136 h 1368136"/>
              <a:gd name="connsiteX3" fmla="*/ 1242921 w 2009672"/>
              <a:gd name="connsiteY3" fmla="*/ 372696 h 1368136"/>
              <a:gd name="connsiteX4" fmla="*/ 537142 w 2009672"/>
              <a:gd name="connsiteY4" fmla="*/ 372606 h 1368136"/>
              <a:gd name="connsiteX5" fmla="*/ 0 w 2009672"/>
              <a:gd name="connsiteY5" fmla="*/ 380280 h 1368136"/>
              <a:gd name="connsiteX6" fmla="*/ 1004836 w 2009672"/>
              <a:gd name="connsiteY6" fmla="*/ 0 h 1368136"/>
              <a:gd name="connsiteX0" fmla="*/ 1004836 w 2009672"/>
              <a:gd name="connsiteY0" fmla="*/ 0 h 380280"/>
              <a:gd name="connsiteX1" fmla="*/ 2009672 w 2009672"/>
              <a:gd name="connsiteY1" fmla="*/ 380280 h 380280"/>
              <a:gd name="connsiteX2" fmla="*/ 1765783 w 2009672"/>
              <a:gd name="connsiteY2" fmla="*/ 370409 h 380280"/>
              <a:gd name="connsiteX3" fmla="*/ 1242921 w 2009672"/>
              <a:gd name="connsiteY3" fmla="*/ 372696 h 380280"/>
              <a:gd name="connsiteX4" fmla="*/ 537142 w 2009672"/>
              <a:gd name="connsiteY4" fmla="*/ 372606 h 380280"/>
              <a:gd name="connsiteX5" fmla="*/ 0 w 2009672"/>
              <a:gd name="connsiteY5" fmla="*/ 380280 h 380280"/>
              <a:gd name="connsiteX6" fmla="*/ 1004836 w 2009672"/>
              <a:gd name="connsiteY6" fmla="*/ 0 h 380280"/>
              <a:gd name="connsiteX0" fmla="*/ 1007739 w 2012575"/>
              <a:gd name="connsiteY0" fmla="*/ 0 h 380280"/>
              <a:gd name="connsiteX1" fmla="*/ 2012575 w 2012575"/>
              <a:gd name="connsiteY1" fmla="*/ 380280 h 380280"/>
              <a:gd name="connsiteX2" fmla="*/ 1768686 w 2012575"/>
              <a:gd name="connsiteY2" fmla="*/ 370409 h 380280"/>
              <a:gd name="connsiteX3" fmla="*/ 1245824 w 2012575"/>
              <a:gd name="connsiteY3" fmla="*/ 372696 h 380280"/>
              <a:gd name="connsiteX4" fmla="*/ 540045 w 2012575"/>
              <a:gd name="connsiteY4" fmla="*/ 372606 h 380280"/>
              <a:gd name="connsiteX5" fmla="*/ 0 w 2012575"/>
              <a:gd name="connsiteY5" fmla="*/ 369294 h 380280"/>
              <a:gd name="connsiteX6" fmla="*/ 1007739 w 2012575"/>
              <a:gd name="connsiteY6" fmla="*/ 0 h 380280"/>
              <a:gd name="connsiteX0" fmla="*/ 1007739 w 2021285"/>
              <a:gd name="connsiteY0" fmla="*/ 0 h 373687"/>
              <a:gd name="connsiteX1" fmla="*/ 2021285 w 2021285"/>
              <a:gd name="connsiteY1" fmla="*/ 373687 h 373687"/>
              <a:gd name="connsiteX2" fmla="*/ 1768686 w 2021285"/>
              <a:gd name="connsiteY2" fmla="*/ 370409 h 373687"/>
              <a:gd name="connsiteX3" fmla="*/ 1245824 w 2021285"/>
              <a:gd name="connsiteY3" fmla="*/ 372696 h 373687"/>
              <a:gd name="connsiteX4" fmla="*/ 540045 w 2021285"/>
              <a:gd name="connsiteY4" fmla="*/ 372606 h 373687"/>
              <a:gd name="connsiteX5" fmla="*/ 0 w 2021285"/>
              <a:gd name="connsiteY5" fmla="*/ 369294 h 373687"/>
              <a:gd name="connsiteX6" fmla="*/ 1007739 w 2021285"/>
              <a:gd name="connsiteY6" fmla="*/ 0 h 373687"/>
              <a:gd name="connsiteX0" fmla="*/ 1016449 w 2029995"/>
              <a:gd name="connsiteY0" fmla="*/ 0 h 373687"/>
              <a:gd name="connsiteX1" fmla="*/ 2029995 w 2029995"/>
              <a:gd name="connsiteY1" fmla="*/ 373687 h 373687"/>
              <a:gd name="connsiteX2" fmla="*/ 1777396 w 2029995"/>
              <a:gd name="connsiteY2" fmla="*/ 370409 h 373687"/>
              <a:gd name="connsiteX3" fmla="*/ 1254534 w 2029995"/>
              <a:gd name="connsiteY3" fmla="*/ 372696 h 373687"/>
              <a:gd name="connsiteX4" fmla="*/ 548755 w 2029995"/>
              <a:gd name="connsiteY4" fmla="*/ 372606 h 373687"/>
              <a:gd name="connsiteX5" fmla="*/ 1 w 2029995"/>
              <a:gd name="connsiteY5" fmla="*/ 371495 h 373687"/>
              <a:gd name="connsiteX6" fmla="*/ 1016449 w 2029995"/>
              <a:gd name="connsiteY6" fmla="*/ 0 h 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95" h="373687">
                <a:moveTo>
                  <a:pt x="1016449" y="0"/>
                </a:moveTo>
                <a:lnTo>
                  <a:pt x="2029995" y="373687"/>
                </a:lnTo>
                <a:lnTo>
                  <a:pt x="1777396" y="370409"/>
                </a:lnTo>
                <a:lnTo>
                  <a:pt x="1254534" y="372696"/>
                </a:lnTo>
                <a:lnTo>
                  <a:pt x="548755" y="372606"/>
                </a:lnTo>
                <a:lnTo>
                  <a:pt x="1" y="371495"/>
                </a:lnTo>
                <a:lnTo>
                  <a:pt x="10164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7CF0724-9D6C-43B5-A940-D71CCEDF6A52}"/>
              </a:ext>
            </a:extLst>
          </p:cNvPr>
          <p:cNvSpPr/>
          <p:nvPr userDrawn="1"/>
        </p:nvSpPr>
        <p:spPr>
          <a:xfrm rot="5400000">
            <a:off x="5623220" y="2004849"/>
            <a:ext cx="1648212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2F804DC-61B0-4C75-A3A0-0F6FB9131D6F}"/>
              </a:ext>
            </a:extLst>
          </p:cNvPr>
          <p:cNvSpPr/>
          <p:nvPr userDrawn="1"/>
        </p:nvSpPr>
        <p:spPr>
          <a:xfrm rot="5400000">
            <a:off x="394585" y="3001852"/>
            <a:ext cx="1648213" cy="1894498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9674" h="1748416">
                <a:moveTo>
                  <a:pt x="1004837" y="0"/>
                </a:moveTo>
                <a:lnTo>
                  <a:pt x="2009673" y="380280"/>
                </a:lnTo>
                <a:lnTo>
                  <a:pt x="2009673" y="1368136"/>
                </a:lnTo>
                <a:lnTo>
                  <a:pt x="1004837" y="1748416"/>
                </a:lnTo>
                <a:lnTo>
                  <a:pt x="1" y="1368136"/>
                </a:lnTo>
                <a:lnTo>
                  <a:pt x="1" y="380280"/>
                </a:lnTo>
                <a:lnTo>
                  <a:pt x="1004837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8F6F4BE-A4ED-4744-8B66-CB93EC58D9A5}"/>
              </a:ext>
            </a:extLst>
          </p:cNvPr>
          <p:cNvSpPr/>
          <p:nvPr userDrawn="1"/>
        </p:nvSpPr>
        <p:spPr>
          <a:xfrm rot="5400000">
            <a:off x="-633200" y="4745578"/>
            <a:ext cx="1664877" cy="404909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537142 w 2009672"/>
              <a:gd name="connsiteY4" fmla="*/ 372606 h 1748416"/>
              <a:gd name="connsiteX5" fmla="*/ 0 w 2009672"/>
              <a:gd name="connsiteY5" fmla="*/ 380280 h 1748416"/>
              <a:gd name="connsiteX6" fmla="*/ 1004836 w 2009672"/>
              <a:gd name="connsiteY6" fmla="*/ 0 h 1748416"/>
              <a:gd name="connsiteX0" fmla="*/ 1004836 w 2009672"/>
              <a:gd name="connsiteY0" fmla="*/ 0 h 1368136"/>
              <a:gd name="connsiteX1" fmla="*/ 2009672 w 2009672"/>
              <a:gd name="connsiteY1" fmla="*/ 380280 h 1368136"/>
              <a:gd name="connsiteX2" fmla="*/ 2009672 w 2009672"/>
              <a:gd name="connsiteY2" fmla="*/ 1368136 h 1368136"/>
              <a:gd name="connsiteX3" fmla="*/ 1242921 w 2009672"/>
              <a:gd name="connsiteY3" fmla="*/ 372696 h 1368136"/>
              <a:gd name="connsiteX4" fmla="*/ 537142 w 2009672"/>
              <a:gd name="connsiteY4" fmla="*/ 372606 h 1368136"/>
              <a:gd name="connsiteX5" fmla="*/ 0 w 2009672"/>
              <a:gd name="connsiteY5" fmla="*/ 380280 h 1368136"/>
              <a:gd name="connsiteX6" fmla="*/ 1004836 w 2009672"/>
              <a:gd name="connsiteY6" fmla="*/ 0 h 1368136"/>
              <a:gd name="connsiteX0" fmla="*/ 1004836 w 2009672"/>
              <a:gd name="connsiteY0" fmla="*/ 0 h 380280"/>
              <a:gd name="connsiteX1" fmla="*/ 2009672 w 2009672"/>
              <a:gd name="connsiteY1" fmla="*/ 380280 h 380280"/>
              <a:gd name="connsiteX2" fmla="*/ 1765783 w 2009672"/>
              <a:gd name="connsiteY2" fmla="*/ 370409 h 380280"/>
              <a:gd name="connsiteX3" fmla="*/ 1242921 w 2009672"/>
              <a:gd name="connsiteY3" fmla="*/ 372696 h 380280"/>
              <a:gd name="connsiteX4" fmla="*/ 537142 w 2009672"/>
              <a:gd name="connsiteY4" fmla="*/ 372606 h 380280"/>
              <a:gd name="connsiteX5" fmla="*/ 0 w 2009672"/>
              <a:gd name="connsiteY5" fmla="*/ 380280 h 380280"/>
              <a:gd name="connsiteX6" fmla="*/ 1004836 w 2009672"/>
              <a:gd name="connsiteY6" fmla="*/ 0 h 380280"/>
              <a:gd name="connsiteX0" fmla="*/ 1007739 w 2012575"/>
              <a:gd name="connsiteY0" fmla="*/ 0 h 380280"/>
              <a:gd name="connsiteX1" fmla="*/ 2012575 w 2012575"/>
              <a:gd name="connsiteY1" fmla="*/ 380280 h 380280"/>
              <a:gd name="connsiteX2" fmla="*/ 1768686 w 2012575"/>
              <a:gd name="connsiteY2" fmla="*/ 370409 h 380280"/>
              <a:gd name="connsiteX3" fmla="*/ 1245824 w 2012575"/>
              <a:gd name="connsiteY3" fmla="*/ 372696 h 380280"/>
              <a:gd name="connsiteX4" fmla="*/ 540045 w 2012575"/>
              <a:gd name="connsiteY4" fmla="*/ 372606 h 380280"/>
              <a:gd name="connsiteX5" fmla="*/ 0 w 2012575"/>
              <a:gd name="connsiteY5" fmla="*/ 369294 h 380280"/>
              <a:gd name="connsiteX6" fmla="*/ 1007739 w 2012575"/>
              <a:gd name="connsiteY6" fmla="*/ 0 h 380280"/>
              <a:gd name="connsiteX0" fmla="*/ 1007739 w 2021285"/>
              <a:gd name="connsiteY0" fmla="*/ 0 h 373687"/>
              <a:gd name="connsiteX1" fmla="*/ 2021285 w 2021285"/>
              <a:gd name="connsiteY1" fmla="*/ 373687 h 373687"/>
              <a:gd name="connsiteX2" fmla="*/ 1768686 w 2021285"/>
              <a:gd name="connsiteY2" fmla="*/ 370409 h 373687"/>
              <a:gd name="connsiteX3" fmla="*/ 1245824 w 2021285"/>
              <a:gd name="connsiteY3" fmla="*/ 372696 h 373687"/>
              <a:gd name="connsiteX4" fmla="*/ 540045 w 2021285"/>
              <a:gd name="connsiteY4" fmla="*/ 372606 h 373687"/>
              <a:gd name="connsiteX5" fmla="*/ 0 w 2021285"/>
              <a:gd name="connsiteY5" fmla="*/ 369294 h 373687"/>
              <a:gd name="connsiteX6" fmla="*/ 1007739 w 2021285"/>
              <a:gd name="connsiteY6" fmla="*/ 0 h 373687"/>
              <a:gd name="connsiteX0" fmla="*/ 1016449 w 2029995"/>
              <a:gd name="connsiteY0" fmla="*/ 0 h 373687"/>
              <a:gd name="connsiteX1" fmla="*/ 2029995 w 2029995"/>
              <a:gd name="connsiteY1" fmla="*/ 373687 h 373687"/>
              <a:gd name="connsiteX2" fmla="*/ 1777396 w 2029995"/>
              <a:gd name="connsiteY2" fmla="*/ 370409 h 373687"/>
              <a:gd name="connsiteX3" fmla="*/ 1254534 w 2029995"/>
              <a:gd name="connsiteY3" fmla="*/ 372696 h 373687"/>
              <a:gd name="connsiteX4" fmla="*/ 548755 w 2029995"/>
              <a:gd name="connsiteY4" fmla="*/ 372606 h 373687"/>
              <a:gd name="connsiteX5" fmla="*/ 1 w 2029995"/>
              <a:gd name="connsiteY5" fmla="*/ 371495 h 373687"/>
              <a:gd name="connsiteX6" fmla="*/ 1016449 w 2029995"/>
              <a:gd name="connsiteY6" fmla="*/ 0 h 37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95" h="373687">
                <a:moveTo>
                  <a:pt x="1016449" y="0"/>
                </a:moveTo>
                <a:lnTo>
                  <a:pt x="2029995" y="373687"/>
                </a:lnTo>
                <a:lnTo>
                  <a:pt x="1777396" y="370409"/>
                </a:lnTo>
                <a:lnTo>
                  <a:pt x="1254534" y="372696"/>
                </a:lnTo>
                <a:lnTo>
                  <a:pt x="548755" y="372606"/>
                </a:lnTo>
                <a:lnTo>
                  <a:pt x="1" y="371495"/>
                </a:lnTo>
                <a:lnTo>
                  <a:pt x="10164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AA073D1-F8C9-4907-82D6-A91DC1B17EAE}"/>
              </a:ext>
            </a:extLst>
          </p:cNvPr>
          <p:cNvSpPr/>
          <p:nvPr userDrawn="1"/>
        </p:nvSpPr>
        <p:spPr>
          <a:xfrm rot="5400000">
            <a:off x="-205816" y="6328418"/>
            <a:ext cx="785487" cy="378619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537142 w 2009672"/>
              <a:gd name="connsiteY4" fmla="*/ 372606 h 1748416"/>
              <a:gd name="connsiteX5" fmla="*/ 0 w 2009672"/>
              <a:gd name="connsiteY5" fmla="*/ 380280 h 1748416"/>
              <a:gd name="connsiteX6" fmla="*/ 1004836 w 2009672"/>
              <a:gd name="connsiteY6" fmla="*/ 0 h 1748416"/>
              <a:gd name="connsiteX0" fmla="*/ 1004836 w 2009672"/>
              <a:gd name="connsiteY0" fmla="*/ 0 h 1368136"/>
              <a:gd name="connsiteX1" fmla="*/ 2009672 w 2009672"/>
              <a:gd name="connsiteY1" fmla="*/ 380280 h 1368136"/>
              <a:gd name="connsiteX2" fmla="*/ 2009672 w 2009672"/>
              <a:gd name="connsiteY2" fmla="*/ 1368136 h 1368136"/>
              <a:gd name="connsiteX3" fmla="*/ 1242921 w 2009672"/>
              <a:gd name="connsiteY3" fmla="*/ 372696 h 1368136"/>
              <a:gd name="connsiteX4" fmla="*/ 537142 w 2009672"/>
              <a:gd name="connsiteY4" fmla="*/ 372606 h 1368136"/>
              <a:gd name="connsiteX5" fmla="*/ 0 w 2009672"/>
              <a:gd name="connsiteY5" fmla="*/ 380280 h 1368136"/>
              <a:gd name="connsiteX6" fmla="*/ 1004836 w 2009672"/>
              <a:gd name="connsiteY6" fmla="*/ 0 h 1368136"/>
              <a:gd name="connsiteX0" fmla="*/ 1004836 w 2009672"/>
              <a:gd name="connsiteY0" fmla="*/ 0 h 380280"/>
              <a:gd name="connsiteX1" fmla="*/ 2009672 w 2009672"/>
              <a:gd name="connsiteY1" fmla="*/ 380280 h 380280"/>
              <a:gd name="connsiteX2" fmla="*/ 1765783 w 2009672"/>
              <a:gd name="connsiteY2" fmla="*/ 370409 h 380280"/>
              <a:gd name="connsiteX3" fmla="*/ 1242921 w 2009672"/>
              <a:gd name="connsiteY3" fmla="*/ 372696 h 380280"/>
              <a:gd name="connsiteX4" fmla="*/ 537142 w 2009672"/>
              <a:gd name="connsiteY4" fmla="*/ 372606 h 380280"/>
              <a:gd name="connsiteX5" fmla="*/ 0 w 2009672"/>
              <a:gd name="connsiteY5" fmla="*/ 380280 h 380280"/>
              <a:gd name="connsiteX6" fmla="*/ 1004836 w 2009672"/>
              <a:gd name="connsiteY6" fmla="*/ 0 h 380280"/>
              <a:gd name="connsiteX0" fmla="*/ 1007739 w 2012575"/>
              <a:gd name="connsiteY0" fmla="*/ 0 h 380280"/>
              <a:gd name="connsiteX1" fmla="*/ 2012575 w 2012575"/>
              <a:gd name="connsiteY1" fmla="*/ 380280 h 380280"/>
              <a:gd name="connsiteX2" fmla="*/ 1768686 w 2012575"/>
              <a:gd name="connsiteY2" fmla="*/ 370409 h 380280"/>
              <a:gd name="connsiteX3" fmla="*/ 1245824 w 2012575"/>
              <a:gd name="connsiteY3" fmla="*/ 372696 h 380280"/>
              <a:gd name="connsiteX4" fmla="*/ 540045 w 2012575"/>
              <a:gd name="connsiteY4" fmla="*/ 372606 h 380280"/>
              <a:gd name="connsiteX5" fmla="*/ 0 w 2012575"/>
              <a:gd name="connsiteY5" fmla="*/ 369294 h 380280"/>
              <a:gd name="connsiteX6" fmla="*/ 1007739 w 2012575"/>
              <a:gd name="connsiteY6" fmla="*/ 0 h 380280"/>
              <a:gd name="connsiteX0" fmla="*/ 1007739 w 2021285"/>
              <a:gd name="connsiteY0" fmla="*/ 0 h 373687"/>
              <a:gd name="connsiteX1" fmla="*/ 2021285 w 2021285"/>
              <a:gd name="connsiteY1" fmla="*/ 373687 h 373687"/>
              <a:gd name="connsiteX2" fmla="*/ 1768686 w 2021285"/>
              <a:gd name="connsiteY2" fmla="*/ 370409 h 373687"/>
              <a:gd name="connsiteX3" fmla="*/ 1245824 w 2021285"/>
              <a:gd name="connsiteY3" fmla="*/ 372696 h 373687"/>
              <a:gd name="connsiteX4" fmla="*/ 540045 w 2021285"/>
              <a:gd name="connsiteY4" fmla="*/ 372606 h 373687"/>
              <a:gd name="connsiteX5" fmla="*/ 0 w 2021285"/>
              <a:gd name="connsiteY5" fmla="*/ 369294 h 373687"/>
              <a:gd name="connsiteX6" fmla="*/ 1007739 w 2021285"/>
              <a:gd name="connsiteY6" fmla="*/ 0 h 373687"/>
              <a:gd name="connsiteX0" fmla="*/ 1016449 w 2029995"/>
              <a:gd name="connsiteY0" fmla="*/ 0 h 373687"/>
              <a:gd name="connsiteX1" fmla="*/ 2029995 w 2029995"/>
              <a:gd name="connsiteY1" fmla="*/ 373687 h 373687"/>
              <a:gd name="connsiteX2" fmla="*/ 1777396 w 2029995"/>
              <a:gd name="connsiteY2" fmla="*/ 370409 h 373687"/>
              <a:gd name="connsiteX3" fmla="*/ 1254534 w 2029995"/>
              <a:gd name="connsiteY3" fmla="*/ 372696 h 373687"/>
              <a:gd name="connsiteX4" fmla="*/ 548755 w 2029995"/>
              <a:gd name="connsiteY4" fmla="*/ 372606 h 373687"/>
              <a:gd name="connsiteX5" fmla="*/ 1 w 2029995"/>
              <a:gd name="connsiteY5" fmla="*/ 371495 h 373687"/>
              <a:gd name="connsiteX6" fmla="*/ 1016449 w 2029995"/>
              <a:gd name="connsiteY6" fmla="*/ 0 h 373687"/>
              <a:gd name="connsiteX0" fmla="*/ 1016448 w 2029994"/>
              <a:gd name="connsiteY0" fmla="*/ 0 h 373687"/>
              <a:gd name="connsiteX1" fmla="*/ 2029994 w 2029994"/>
              <a:gd name="connsiteY1" fmla="*/ 373687 h 373687"/>
              <a:gd name="connsiteX2" fmla="*/ 1777395 w 2029994"/>
              <a:gd name="connsiteY2" fmla="*/ 370409 h 373687"/>
              <a:gd name="connsiteX3" fmla="*/ 1254533 w 2029994"/>
              <a:gd name="connsiteY3" fmla="*/ 372696 h 373687"/>
              <a:gd name="connsiteX4" fmla="*/ 548754 w 2029994"/>
              <a:gd name="connsiteY4" fmla="*/ 372606 h 373687"/>
              <a:gd name="connsiteX5" fmla="*/ 0 w 2029994"/>
              <a:gd name="connsiteY5" fmla="*/ 371495 h 373687"/>
              <a:gd name="connsiteX6" fmla="*/ 951842 w 2029994"/>
              <a:gd name="connsiteY6" fmla="*/ 25691 h 373687"/>
              <a:gd name="connsiteX7" fmla="*/ 1016448 w 2029994"/>
              <a:gd name="connsiteY7" fmla="*/ 0 h 373687"/>
              <a:gd name="connsiteX0" fmla="*/ 1016448 w 2029994"/>
              <a:gd name="connsiteY0" fmla="*/ 0 h 373687"/>
              <a:gd name="connsiteX1" fmla="*/ 2029994 w 2029994"/>
              <a:gd name="connsiteY1" fmla="*/ 373687 h 373687"/>
              <a:gd name="connsiteX2" fmla="*/ 1777395 w 2029994"/>
              <a:gd name="connsiteY2" fmla="*/ 370409 h 373687"/>
              <a:gd name="connsiteX3" fmla="*/ 1254533 w 2029994"/>
              <a:gd name="connsiteY3" fmla="*/ 372696 h 373687"/>
              <a:gd name="connsiteX4" fmla="*/ 951842 w 2029994"/>
              <a:gd name="connsiteY4" fmla="*/ 372917 h 373687"/>
              <a:gd name="connsiteX5" fmla="*/ 548754 w 2029994"/>
              <a:gd name="connsiteY5" fmla="*/ 372606 h 373687"/>
              <a:gd name="connsiteX6" fmla="*/ 0 w 2029994"/>
              <a:gd name="connsiteY6" fmla="*/ 371495 h 373687"/>
              <a:gd name="connsiteX7" fmla="*/ 951842 w 2029994"/>
              <a:gd name="connsiteY7" fmla="*/ 25691 h 373687"/>
              <a:gd name="connsiteX8" fmla="*/ 1016448 w 2029994"/>
              <a:gd name="connsiteY8" fmla="*/ 0 h 373687"/>
              <a:gd name="connsiteX0" fmla="*/ 1016448 w 2029994"/>
              <a:gd name="connsiteY0" fmla="*/ 0 h 373687"/>
              <a:gd name="connsiteX1" fmla="*/ 2029994 w 2029994"/>
              <a:gd name="connsiteY1" fmla="*/ 373687 h 373687"/>
              <a:gd name="connsiteX2" fmla="*/ 1777395 w 2029994"/>
              <a:gd name="connsiteY2" fmla="*/ 370409 h 373687"/>
              <a:gd name="connsiteX3" fmla="*/ 955478 w 2029994"/>
              <a:gd name="connsiteY3" fmla="*/ 297975 h 373687"/>
              <a:gd name="connsiteX4" fmla="*/ 951842 w 2029994"/>
              <a:gd name="connsiteY4" fmla="*/ 372917 h 373687"/>
              <a:gd name="connsiteX5" fmla="*/ 548754 w 2029994"/>
              <a:gd name="connsiteY5" fmla="*/ 372606 h 373687"/>
              <a:gd name="connsiteX6" fmla="*/ 0 w 2029994"/>
              <a:gd name="connsiteY6" fmla="*/ 371495 h 373687"/>
              <a:gd name="connsiteX7" fmla="*/ 951842 w 2029994"/>
              <a:gd name="connsiteY7" fmla="*/ 25691 h 373687"/>
              <a:gd name="connsiteX8" fmla="*/ 1016448 w 2029994"/>
              <a:gd name="connsiteY8" fmla="*/ 0 h 373687"/>
              <a:gd name="connsiteX0" fmla="*/ 1016448 w 2029994"/>
              <a:gd name="connsiteY0" fmla="*/ 0 h 373687"/>
              <a:gd name="connsiteX1" fmla="*/ 2029994 w 2029994"/>
              <a:gd name="connsiteY1" fmla="*/ 373687 h 373687"/>
              <a:gd name="connsiteX2" fmla="*/ 952812 w 2029994"/>
              <a:gd name="connsiteY2" fmla="*/ 201191 h 373687"/>
              <a:gd name="connsiteX3" fmla="*/ 955478 w 2029994"/>
              <a:gd name="connsiteY3" fmla="*/ 297975 h 373687"/>
              <a:gd name="connsiteX4" fmla="*/ 951842 w 2029994"/>
              <a:gd name="connsiteY4" fmla="*/ 372917 h 373687"/>
              <a:gd name="connsiteX5" fmla="*/ 548754 w 2029994"/>
              <a:gd name="connsiteY5" fmla="*/ 372606 h 373687"/>
              <a:gd name="connsiteX6" fmla="*/ 0 w 2029994"/>
              <a:gd name="connsiteY6" fmla="*/ 371495 h 373687"/>
              <a:gd name="connsiteX7" fmla="*/ 951842 w 2029994"/>
              <a:gd name="connsiteY7" fmla="*/ 25691 h 373687"/>
              <a:gd name="connsiteX8" fmla="*/ 1016448 w 2029994"/>
              <a:gd name="connsiteY8" fmla="*/ 0 h 373687"/>
              <a:gd name="connsiteX0" fmla="*/ 1016448 w 1016448"/>
              <a:gd name="connsiteY0" fmla="*/ 0 h 372917"/>
              <a:gd name="connsiteX1" fmla="*/ 958616 w 1016448"/>
              <a:gd name="connsiteY1" fmla="*/ 120958 h 372917"/>
              <a:gd name="connsiteX2" fmla="*/ 952812 w 1016448"/>
              <a:gd name="connsiteY2" fmla="*/ 201191 h 372917"/>
              <a:gd name="connsiteX3" fmla="*/ 955478 w 1016448"/>
              <a:gd name="connsiteY3" fmla="*/ 297975 h 372917"/>
              <a:gd name="connsiteX4" fmla="*/ 951842 w 1016448"/>
              <a:gd name="connsiteY4" fmla="*/ 372917 h 372917"/>
              <a:gd name="connsiteX5" fmla="*/ 548754 w 1016448"/>
              <a:gd name="connsiteY5" fmla="*/ 372606 h 372917"/>
              <a:gd name="connsiteX6" fmla="*/ 0 w 1016448"/>
              <a:gd name="connsiteY6" fmla="*/ 371495 h 372917"/>
              <a:gd name="connsiteX7" fmla="*/ 951842 w 1016448"/>
              <a:gd name="connsiteY7" fmla="*/ 25691 h 372917"/>
              <a:gd name="connsiteX8" fmla="*/ 1016448 w 1016448"/>
              <a:gd name="connsiteY8" fmla="*/ 0 h 372917"/>
              <a:gd name="connsiteX0" fmla="*/ 940960 w 958616"/>
              <a:gd name="connsiteY0" fmla="*/ 40238 h 347226"/>
              <a:gd name="connsiteX1" fmla="*/ 958616 w 958616"/>
              <a:gd name="connsiteY1" fmla="*/ 95267 h 347226"/>
              <a:gd name="connsiteX2" fmla="*/ 952812 w 958616"/>
              <a:gd name="connsiteY2" fmla="*/ 175500 h 347226"/>
              <a:gd name="connsiteX3" fmla="*/ 955478 w 958616"/>
              <a:gd name="connsiteY3" fmla="*/ 272284 h 347226"/>
              <a:gd name="connsiteX4" fmla="*/ 951842 w 958616"/>
              <a:gd name="connsiteY4" fmla="*/ 347226 h 347226"/>
              <a:gd name="connsiteX5" fmla="*/ 548754 w 958616"/>
              <a:gd name="connsiteY5" fmla="*/ 346915 h 347226"/>
              <a:gd name="connsiteX6" fmla="*/ 0 w 958616"/>
              <a:gd name="connsiteY6" fmla="*/ 345804 h 347226"/>
              <a:gd name="connsiteX7" fmla="*/ 951842 w 958616"/>
              <a:gd name="connsiteY7" fmla="*/ 0 h 347226"/>
              <a:gd name="connsiteX8" fmla="*/ 940960 w 958616"/>
              <a:gd name="connsiteY8" fmla="*/ 40238 h 347226"/>
              <a:gd name="connsiteX0" fmla="*/ 940960 w 958955"/>
              <a:gd name="connsiteY0" fmla="*/ 40238 h 347226"/>
              <a:gd name="connsiteX1" fmla="*/ 958616 w 958955"/>
              <a:gd name="connsiteY1" fmla="*/ 95267 h 347226"/>
              <a:gd name="connsiteX2" fmla="*/ 952812 w 958955"/>
              <a:gd name="connsiteY2" fmla="*/ 175500 h 347226"/>
              <a:gd name="connsiteX3" fmla="*/ 955478 w 958955"/>
              <a:gd name="connsiteY3" fmla="*/ 272284 h 347226"/>
              <a:gd name="connsiteX4" fmla="*/ 951842 w 958955"/>
              <a:gd name="connsiteY4" fmla="*/ 347226 h 347226"/>
              <a:gd name="connsiteX5" fmla="*/ 548754 w 958955"/>
              <a:gd name="connsiteY5" fmla="*/ 346915 h 347226"/>
              <a:gd name="connsiteX6" fmla="*/ 0 w 958955"/>
              <a:gd name="connsiteY6" fmla="*/ 345804 h 347226"/>
              <a:gd name="connsiteX7" fmla="*/ 951842 w 958955"/>
              <a:gd name="connsiteY7" fmla="*/ 0 h 347226"/>
              <a:gd name="connsiteX8" fmla="*/ 940960 w 958955"/>
              <a:gd name="connsiteY8" fmla="*/ 40238 h 347226"/>
              <a:gd name="connsiteX0" fmla="*/ 940960 w 955482"/>
              <a:gd name="connsiteY0" fmla="*/ 40238 h 347226"/>
              <a:gd name="connsiteX1" fmla="*/ 952812 w 955482"/>
              <a:gd name="connsiteY1" fmla="*/ 175500 h 347226"/>
              <a:gd name="connsiteX2" fmla="*/ 955478 w 955482"/>
              <a:gd name="connsiteY2" fmla="*/ 272284 h 347226"/>
              <a:gd name="connsiteX3" fmla="*/ 951842 w 955482"/>
              <a:gd name="connsiteY3" fmla="*/ 347226 h 347226"/>
              <a:gd name="connsiteX4" fmla="*/ 548754 w 955482"/>
              <a:gd name="connsiteY4" fmla="*/ 346915 h 347226"/>
              <a:gd name="connsiteX5" fmla="*/ 0 w 955482"/>
              <a:gd name="connsiteY5" fmla="*/ 345804 h 347226"/>
              <a:gd name="connsiteX6" fmla="*/ 951842 w 955482"/>
              <a:gd name="connsiteY6" fmla="*/ 0 h 347226"/>
              <a:gd name="connsiteX7" fmla="*/ 940960 w 955482"/>
              <a:gd name="connsiteY7" fmla="*/ 40238 h 347226"/>
              <a:gd name="connsiteX0" fmla="*/ 951842 w 955483"/>
              <a:gd name="connsiteY0" fmla="*/ 0 h 347226"/>
              <a:gd name="connsiteX1" fmla="*/ 952812 w 955483"/>
              <a:gd name="connsiteY1" fmla="*/ 175500 h 347226"/>
              <a:gd name="connsiteX2" fmla="*/ 955478 w 955483"/>
              <a:gd name="connsiteY2" fmla="*/ 272284 h 347226"/>
              <a:gd name="connsiteX3" fmla="*/ 951842 w 955483"/>
              <a:gd name="connsiteY3" fmla="*/ 347226 h 347226"/>
              <a:gd name="connsiteX4" fmla="*/ 548754 w 955483"/>
              <a:gd name="connsiteY4" fmla="*/ 346915 h 347226"/>
              <a:gd name="connsiteX5" fmla="*/ 0 w 955483"/>
              <a:gd name="connsiteY5" fmla="*/ 345804 h 347226"/>
              <a:gd name="connsiteX6" fmla="*/ 951842 w 955483"/>
              <a:gd name="connsiteY6" fmla="*/ 0 h 347226"/>
              <a:gd name="connsiteX0" fmla="*/ 951842 w 982025"/>
              <a:gd name="connsiteY0" fmla="*/ 0 h 347226"/>
              <a:gd name="connsiteX1" fmla="*/ 952812 w 982025"/>
              <a:gd name="connsiteY1" fmla="*/ 175500 h 347226"/>
              <a:gd name="connsiteX2" fmla="*/ 951842 w 982025"/>
              <a:gd name="connsiteY2" fmla="*/ 347226 h 347226"/>
              <a:gd name="connsiteX3" fmla="*/ 548754 w 982025"/>
              <a:gd name="connsiteY3" fmla="*/ 346915 h 347226"/>
              <a:gd name="connsiteX4" fmla="*/ 0 w 982025"/>
              <a:gd name="connsiteY4" fmla="*/ 345804 h 347226"/>
              <a:gd name="connsiteX5" fmla="*/ 951842 w 982025"/>
              <a:gd name="connsiteY5" fmla="*/ 0 h 347226"/>
              <a:gd name="connsiteX0" fmla="*/ 951842 w 952812"/>
              <a:gd name="connsiteY0" fmla="*/ 0 h 347226"/>
              <a:gd name="connsiteX1" fmla="*/ 952812 w 952812"/>
              <a:gd name="connsiteY1" fmla="*/ 175500 h 347226"/>
              <a:gd name="connsiteX2" fmla="*/ 951842 w 952812"/>
              <a:gd name="connsiteY2" fmla="*/ 347226 h 347226"/>
              <a:gd name="connsiteX3" fmla="*/ 548754 w 952812"/>
              <a:gd name="connsiteY3" fmla="*/ 346915 h 347226"/>
              <a:gd name="connsiteX4" fmla="*/ 0 w 952812"/>
              <a:gd name="connsiteY4" fmla="*/ 345804 h 347226"/>
              <a:gd name="connsiteX5" fmla="*/ 951842 w 952812"/>
              <a:gd name="connsiteY5" fmla="*/ 0 h 347226"/>
              <a:gd name="connsiteX0" fmla="*/ 951842 w 952812"/>
              <a:gd name="connsiteY0" fmla="*/ 0 h 347226"/>
              <a:gd name="connsiteX1" fmla="*/ 952812 w 952812"/>
              <a:gd name="connsiteY1" fmla="*/ 175500 h 347226"/>
              <a:gd name="connsiteX2" fmla="*/ 951844 w 952812"/>
              <a:gd name="connsiteY2" fmla="*/ 347226 h 347226"/>
              <a:gd name="connsiteX3" fmla="*/ 548754 w 952812"/>
              <a:gd name="connsiteY3" fmla="*/ 346915 h 347226"/>
              <a:gd name="connsiteX4" fmla="*/ 0 w 952812"/>
              <a:gd name="connsiteY4" fmla="*/ 345804 h 347226"/>
              <a:gd name="connsiteX5" fmla="*/ 951842 w 952812"/>
              <a:gd name="connsiteY5" fmla="*/ 0 h 347226"/>
              <a:gd name="connsiteX0" fmla="*/ 951842 w 955718"/>
              <a:gd name="connsiteY0" fmla="*/ 0 h 347226"/>
              <a:gd name="connsiteX1" fmla="*/ 955718 w 955718"/>
              <a:gd name="connsiteY1" fmla="*/ 179894 h 347226"/>
              <a:gd name="connsiteX2" fmla="*/ 951844 w 955718"/>
              <a:gd name="connsiteY2" fmla="*/ 347226 h 347226"/>
              <a:gd name="connsiteX3" fmla="*/ 548754 w 955718"/>
              <a:gd name="connsiteY3" fmla="*/ 346915 h 347226"/>
              <a:gd name="connsiteX4" fmla="*/ 0 w 955718"/>
              <a:gd name="connsiteY4" fmla="*/ 345804 h 347226"/>
              <a:gd name="connsiteX5" fmla="*/ 951842 w 955718"/>
              <a:gd name="connsiteY5" fmla="*/ 0 h 347226"/>
              <a:gd name="connsiteX0" fmla="*/ 951842 w 957773"/>
              <a:gd name="connsiteY0" fmla="*/ 0 h 347226"/>
              <a:gd name="connsiteX1" fmla="*/ 955718 w 957773"/>
              <a:gd name="connsiteY1" fmla="*/ 179894 h 347226"/>
              <a:gd name="connsiteX2" fmla="*/ 957652 w 957773"/>
              <a:gd name="connsiteY2" fmla="*/ 347226 h 347226"/>
              <a:gd name="connsiteX3" fmla="*/ 548754 w 957773"/>
              <a:gd name="connsiteY3" fmla="*/ 346915 h 347226"/>
              <a:gd name="connsiteX4" fmla="*/ 0 w 957773"/>
              <a:gd name="connsiteY4" fmla="*/ 345804 h 347226"/>
              <a:gd name="connsiteX5" fmla="*/ 951842 w 957773"/>
              <a:gd name="connsiteY5" fmla="*/ 0 h 347226"/>
              <a:gd name="connsiteX0" fmla="*/ 954749 w 957750"/>
              <a:gd name="connsiteY0" fmla="*/ 0 h 349424"/>
              <a:gd name="connsiteX1" fmla="*/ 955718 w 957750"/>
              <a:gd name="connsiteY1" fmla="*/ 182092 h 349424"/>
              <a:gd name="connsiteX2" fmla="*/ 957652 w 957750"/>
              <a:gd name="connsiteY2" fmla="*/ 349424 h 349424"/>
              <a:gd name="connsiteX3" fmla="*/ 548754 w 957750"/>
              <a:gd name="connsiteY3" fmla="*/ 349113 h 349424"/>
              <a:gd name="connsiteX4" fmla="*/ 0 w 957750"/>
              <a:gd name="connsiteY4" fmla="*/ 348002 h 349424"/>
              <a:gd name="connsiteX5" fmla="*/ 954749 w 957750"/>
              <a:gd name="connsiteY5" fmla="*/ 0 h 34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750" h="349424">
                <a:moveTo>
                  <a:pt x="954749" y="0"/>
                </a:moveTo>
                <a:cubicBezTo>
                  <a:pt x="955072" y="58500"/>
                  <a:pt x="955234" y="123855"/>
                  <a:pt x="955718" y="182092"/>
                </a:cubicBezTo>
                <a:cubicBezTo>
                  <a:pt x="956202" y="240329"/>
                  <a:pt x="958216" y="257124"/>
                  <a:pt x="957652" y="349424"/>
                </a:cubicBezTo>
                <a:lnTo>
                  <a:pt x="548754" y="349113"/>
                </a:lnTo>
                <a:lnTo>
                  <a:pt x="0" y="348002"/>
                </a:lnTo>
                <a:lnTo>
                  <a:pt x="9547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F963BD5-3F1A-47E1-AC84-E6C279367248}"/>
              </a:ext>
            </a:extLst>
          </p:cNvPr>
          <p:cNvSpPr/>
          <p:nvPr userDrawn="1"/>
        </p:nvSpPr>
        <p:spPr>
          <a:xfrm rot="5400000">
            <a:off x="2528340" y="5591520"/>
            <a:ext cx="785685" cy="1852612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1004836 w 2009672"/>
              <a:gd name="connsiteY7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1004836"/>
              <a:gd name="connsiteY0" fmla="*/ 0 h 1748416"/>
              <a:gd name="connsiteX1" fmla="*/ 952808 w 1004836"/>
              <a:gd name="connsiteY1" fmla="*/ 858284 h 1748416"/>
              <a:gd name="connsiteX2" fmla="*/ 1004836 w 1004836"/>
              <a:gd name="connsiteY2" fmla="*/ 1748416 h 1748416"/>
              <a:gd name="connsiteX3" fmla="*/ 954744 w 1004836"/>
              <a:gd name="connsiteY3" fmla="*/ 1729926 h 1748416"/>
              <a:gd name="connsiteX4" fmla="*/ 0 w 1004836"/>
              <a:gd name="connsiteY4" fmla="*/ 1368136 h 1748416"/>
              <a:gd name="connsiteX5" fmla="*/ 0 w 1004836"/>
              <a:gd name="connsiteY5" fmla="*/ 380280 h 1748416"/>
              <a:gd name="connsiteX6" fmla="*/ 957649 w 1004836"/>
              <a:gd name="connsiteY6" fmla="*/ 17969 h 1748416"/>
              <a:gd name="connsiteX7" fmla="*/ 1004836 w 1004836"/>
              <a:gd name="connsiteY7" fmla="*/ 0 h 1748416"/>
              <a:gd name="connsiteX0" fmla="*/ 957649 w 1004836"/>
              <a:gd name="connsiteY0" fmla="*/ 0 h 1730447"/>
              <a:gd name="connsiteX1" fmla="*/ 952808 w 1004836"/>
              <a:gd name="connsiteY1" fmla="*/ 840315 h 1730447"/>
              <a:gd name="connsiteX2" fmla="*/ 1004836 w 1004836"/>
              <a:gd name="connsiteY2" fmla="*/ 1730447 h 1730447"/>
              <a:gd name="connsiteX3" fmla="*/ 954744 w 1004836"/>
              <a:gd name="connsiteY3" fmla="*/ 1711957 h 1730447"/>
              <a:gd name="connsiteX4" fmla="*/ 0 w 1004836"/>
              <a:gd name="connsiteY4" fmla="*/ 1350167 h 1730447"/>
              <a:gd name="connsiteX5" fmla="*/ 0 w 1004836"/>
              <a:gd name="connsiteY5" fmla="*/ 362311 h 1730447"/>
              <a:gd name="connsiteX6" fmla="*/ 957649 w 1004836"/>
              <a:gd name="connsiteY6" fmla="*/ 0 h 1730447"/>
              <a:gd name="connsiteX0" fmla="*/ 957649 w 1024717"/>
              <a:gd name="connsiteY0" fmla="*/ 0 h 1711957"/>
              <a:gd name="connsiteX1" fmla="*/ 952808 w 1024717"/>
              <a:gd name="connsiteY1" fmla="*/ 840315 h 1711957"/>
              <a:gd name="connsiteX2" fmla="*/ 954744 w 1024717"/>
              <a:gd name="connsiteY2" fmla="*/ 1711957 h 1711957"/>
              <a:gd name="connsiteX3" fmla="*/ 0 w 1024717"/>
              <a:gd name="connsiteY3" fmla="*/ 1350167 h 1711957"/>
              <a:gd name="connsiteX4" fmla="*/ 0 w 1024717"/>
              <a:gd name="connsiteY4" fmla="*/ 362311 h 1711957"/>
              <a:gd name="connsiteX5" fmla="*/ 957649 w 1024717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840"/>
              <a:gd name="connsiteY0" fmla="*/ 0 h 1711957"/>
              <a:gd name="connsiteX1" fmla="*/ 952808 w 957840"/>
              <a:gd name="connsiteY1" fmla="*/ 840315 h 1711957"/>
              <a:gd name="connsiteX2" fmla="*/ 954745 w 957840"/>
              <a:gd name="connsiteY2" fmla="*/ 1711957 h 1711957"/>
              <a:gd name="connsiteX3" fmla="*/ 0 w 957840"/>
              <a:gd name="connsiteY3" fmla="*/ 1350167 h 1711957"/>
              <a:gd name="connsiteX4" fmla="*/ 0 w 957840"/>
              <a:gd name="connsiteY4" fmla="*/ 362311 h 1711957"/>
              <a:gd name="connsiteX5" fmla="*/ 957649 w 957840"/>
              <a:gd name="connsiteY5" fmla="*/ 0 h 1711957"/>
              <a:gd name="connsiteX0" fmla="*/ 957649 w 957990"/>
              <a:gd name="connsiteY0" fmla="*/ 0 h 1711957"/>
              <a:gd name="connsiteX1" fmla="*/ 955714 w 957990"/>
              <a:gd name="connsiteY1" fmla="*/ 840314 h 1711957"/>
              <a:gd name="connsiteX2" fmla="*/ 954745 w 957990"/>
              <a:gd name="connsiteY2" fmla="*/ 1711957 h 1711957"/>
              <a:gd name="connsiteX3" fmla="*/ 0 w 957990"/>
              <a:gd name="connsiteY3" fmla="*/ 1350167 h 1711957"/>
              <a:gd name="connsiteX4" fmla="*/ 0 w 957990"/>
              <a:gd name="connsiteY4" fmla="*/ 362311 h 1711957"/>
              <a:gd name="connsiteX5" fmla="*/ 957649 w 957990"/>
              <a:gd name="connsiteY5" fmla="*/ 0 h 1711957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5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990" h="1709760">
                <a:moveTo>
                  <a:pt x="957649" y="0"/>
                </a:moveTo>
                <a:cubicBezTo>
                  <a:pt x="958939" y="546019"/>
                  <a:pt x="956198" y="553157"/>
                  <a:pt x="955714" y="838117"/>
                </a:cubicBezTo>
                <a:cubicBezTo>
                  <a:pt x="955231" y="1123077"/>
                  <a:pt x="956770" y="1336894"/>
                  <a:pt x="954748" y="1709760"/>
                </a:cubicBezTo>
                <a:lnTo>
                  <a:pt x="0" y="1347970"/>
                </a:lnTo>
                <a:lnTo>
                  <a:pt x="0" y="360114"/>
                </a:lnTo>
                <a:lnTo>
                  <a:pt x="9576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0FAE1A5-558C-49D1-AF61-5777499142E6}"/>
              </a:ext>
            </a:extLst>
          </p:cNvPr>
          <p:cNvSpPr/>
          <p:nvPr userDrawn="1"/>
        </p:nvSpPr>
        <p:spPr>
          <a:xfrm rot="5400000">
            <a:off x="9580626" y="5591522"/>
            <a:ext cx="785685" cy="1852612"/>
          </a:xfrm>
          <a:custGeom>
            <a:avLst/>
            <a:gdLst>
              <a:gd name="connsiteX0" fmla="*/ 0 w 2009674"/>
              <a:gd name="connsiteY0" fmla="*/ 874208 h 1748416"/>
              <a:gd name="connsiteX1" fmla="*/ 437104 w 2009674"/>
              <a:gd name="connsiteY1" fmla="*/ 0 h 1748416"/>
              <a:gd name="connsiteX2" fmla="*/ 1572570 w 2009674"/>
              <a:gd name="connsiteY2" fmla="*/ 0 h 1748416"/>
              <a:gd name="connsiteX3" fmla="*/ 2009674 w 2009674"/>
              <a:gd name="connsiteY3" fmla="*/ 874208 h 1748416"/>
              <a:gd name="connsiteX4" fmla="*/ 1572570 w 2009674"/>
              <a:gd name="connsiteY4" fmla="*/ 1748416 h 1748416"/>
              <a:gd name="connsiteX5" fmla="*/ 437104 w 2009674"/>
              <a:gd name="connsiteY5" fmla="*/ 1748416 h 1748416"/>
              <a:gd name="connsiteX6" fmla="*/ 0 w 2009674"/>
              <a:gd name="connsiteY6" fmla="*/ 874208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1004836 w 2009672"/>
              <a:gd name="connsiteY7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2009672 w 2009672"/>
              <a:gd name="connsiteY2" fmla="*/ 1368136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2009672"/>
              <a:gd name="connsiteY0" fmla="*/ 0 h 1748416"/>
              <a:gd name="connsiteX1" fmla="*/ 2009672 w 2009672"/>
              <a:gd name="connsiteY1" fmla="*/ 380280 h 1748416"/>
              <a:gd name="connsiteX2" fmla="*/ 952808 w 2009672"/>
              <a:gd name="connsiteY2" fmla="*/ 858284 h 1748416"/>
              <a:gd name="connsiteX3" fmla="*/ 1004836 w 2009672"/>
              <a:gd name="connsiteY3" fmla="*/ 1748416 h 1748416"/>
              <a:gd name="connsiteX4" fmla="*/ 954744 w 2009672"/>
              <a:gd name="connsiteY4" fmla="*/ 1729926 h 1748416"/>
              <a:gd name="connsiteX5" fmla="*/ 0 w 2009672"/>
              <a:gd name="connsiteY5" fmla="*/ 1368136 h 1748416"/>
              <a:gd name="connsiteX6" fmla="*/ 0 w 2009672"/>
              <a:gd name="connsiteY6" fmla="*/ 380280 h 1748416"/>
              <a:gd name="connsiteX7" fmla="*/ 957649 w 2009672"/>
              <a:gd name="connsiteY7" fmla="*/ 17969 h 1748416"/>
              <a:gd name="connsiteX8" fmla="*/ 1004836 w 2009672"/>
              <a:gd name="connsiteY8" fmla="*/ 0 h 1748416"/>
              <a:gd name="connsiteX0" fmla="*/ 1004836 w 1004836"/>
              <a:gd name="connsiteY0" fmla="*/ 0 h 1748416"/>
              <a:gd name="connsiteX1" fmla="*/ 952808 w 1004836"/>
              <a:gd name="connsiteY1" fmla="*/ 858284 h 1748416"/>
              <a:gd name="connsiteX2" fmla="*/ 1004836 w 1004836"/>
              <a:gd name="connsiteY2" fmla="*/ 1748416 h 1748416"/>
              <a:gd name="connsiteX3" fmla="*/ 954744 w 1004836"/>
              <a:gd name="connsiteY3" fmla="*/ 1729926 h 1748416"/>
              <a:gd name="connsiteX4" fmla="*/ 0 w 1004836"/>
              <a:gd name="connsiteY4" fmla="*/ 1368136 h 1748416"/>
              <a:gd name="connsiteX5" fmla="*/ 0 w 1004836"/>
              <a:gd name="connsiteY5" fmla="*/ 380280 h 1748416"/>
              <a:gd name="connsiteX6" fmla="*/ 957649 w 1004836"/>
              <a:gd name="connsiteY6" fmla="*/ 17969 h 1748416"/>
              <a:gd name="connsiteX7" fmla="*/ 1004836 w 1004836"/>
              <a:gd name="connsiteY7" fmla="*/ 0 h 1748416"/>
              <a:gd name="connsiteX0" fmla="*/ 957649 w 1004836"/>
              <a:gd name="connsiteY0" fmla="*/ 0 h 1730447"/>
              <a:gd name="connsiteX1" fmla="*/ 952808 w 1004836"/>
              <a:gd name="connsiteY1" fmla="*/ 840315 h 1730447"/>
              <a:gd name="connsiteX2" fmla="*/ 1004836 w 1004836"/>
              <a:gd name="connsiteY2" fmla="*/ 1730447 h 1730447"/>
              <a:gd name="connsiteX3" fmla="*/ 954744 w 1004836"/>
              <a:gd name="connsiteY3" fmla="*/ 1711957 h 1730447"/>
              <a:gd name="connsiteX4" fmla="*/ 0 w 1004836"/>
              <a:gd name="connsiteY4" fmla="*/ 1350167 h 1730447"/>
              <a:gd name="connsiteX5" fmla="*/ 0 w 1004836"/>
              <a:gd name="connsiteY5" fmla="*/ 362311 h 1730447"/>
              <a:gd name="connsiteX6" fmla="*/ 957649 w 1004836"/>
              <a:gd name="connsiteY6" fmla="*/ 0 h 1730447"/>
              <a:gd name="connsiteX0" fmla="*/ 957649 w 1024717"/>
              <a:gd name="connsiteY0" fmla="*/ 0 h 1711957"/>
              <a:gd name="connsiteX1" fmla="*/ 952808 w 1024717"/>
              <a:gd name="connsiteY1" fmla="*/ 840315 h 1711957"/>
              <a:gd name="connsiteX2" fmla="*/ 954744 w 1024717"/>
              <a:gd name="connsiteY2" fmla="*/ 1711957 h 1711957"/>
              <a:gd name="connsiteX3" fmla="*/ 0 w 1024717"/>
              <a:gd name="connsiteY3" fmla="*/ 1350167 h 1711957"/>
              <a:gd name="connsiteX4" fmla="*/ 0 w 1024717"/>
              <a:gd name="connsiteY4" fmla="*/ 362311 h 1711957"/>
              <a:gd name="connsiteX5" fmla="*/ 957649 w 1024717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4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649"/>
              <a:gd name="connsiteY0" fmla="*/ 0 h 1711957"/>
              <a:gd name="connsiteX1" fmla="*/ 952808 w 957649"/>
              <a:gd name="connsiteY1" fmla="*/ 840315 h 1711957"/>
              <a:gd name="connsiteX2" fmla="*/ 954745 w 957649"/>
              <a:gd name="connsiteY2" fmla="*/ 1711957 h 1711957"/>
              <a:gd name="connsiteX3" fmla="*/ 0 w 957649"/>
              <a:gd name="connsiteY3" fmla="*/ 1350167 h 1711957"/>
              <a:gd name="connsiteX4" fmla="*/ 0 w 957649"/>
              <a:gd name="connsiteY4" fmla="*/ 362311 h 1711957"/>
              <a:gd name="connsiteX5" fmla="*/ 957649 w 957649"/>
              <a:gd name="connsiteY5" fmla="*/ 0 h 1711957"/>
              <a:gd name="connsiteX0" fmla="*/ 957649 w 957840"/>
              <a:gd name="connsiteY0" fmla="*/ 0 h 1711957"/>
              <a:gd name="connsiteX1" fmla="*/ 952808 w 957840"/>
              <a:gd name="connsiteY1" fmla="*/ 840315 h 1711957"/>
              <a:gd name="connsiteX2" fmla="*/ 954745 w 957840"/>
              <a:gd name="connsiteY2" fmla="*/ 1711957 h 1711957"/>
              <a:gd name="connsiteX3" fmla="*/ 0 w 957840"/>
              <a:gd name="connsiteY3" fmla="*/ 1350167 h 1711957"/>
              <a:gd name="connsiteX4" fmla="*/ 0 w 957840"/>
              <a:gd name="connsiteY4" fmla="*/ 362311 h 1711957"/>
              <a:gd name="connsiteX5" fmla="*/ 957649 w 957840"/>
              <a:gd name="connsiteY5" fmla="*/ 0 h 1711957"/>
              <a:gd name="connsiteX0" fmla="*/ 957649 w 957990"/>
              <a:gd name="connsiteY0" fmla="*/ 0 h 1711957"/>
              <a:gd name="connsiteX1" fmla="*/ 955714 w 957990"/>
              <a:gd name="connsiteY1" fmla="*/ 840314 h 1711957"/>
              <a:gd name="connsiteX2" fmla="*/ 954745 w 957990"/>
              <a:gd name="connsiteY2" fmla="*/ 1711957 h 1711957"/>
              <a:gd name="connsiteX3" fmla="*/ 0 w 957990"/>
              <a:gd name="connsiteY3" fmla="*/ 1350167 h 1711957"/>
              <a:gd name="connsiteX4" fmla="*/ 0 w 957990"/>
              <a:gd name="connsiteY4" fmla="*/ 362311 h 1711957"/>
              <a:gd name="connsiteX5" fmla="*/ 957649 w 957990"/>
              <a:gd name="connsiteY5" fmla="*/ 0 h 1711957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5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  <a:gd name="connsiteX0" fmla="*/ 957649 w 957990"/>
              <a:gd name="connsiteY0" fmla="*/ 0 h 1709760"/>
              <a:gd name="connsiteX1" fmla="*/ 955714 w 957990"/>
              <a:gd name="connsiteY1" fmla="*/ 838117 h 1709760"/>
              <a:gd name="connsiteX2" fmla="*/ 954748 w 957990"/>
              <a:gd name="connsiteY2" fmla="*/ 1709760 h 1709760"/>
              <a:gd name="connsiteX3" fmla="*/ 0 w 957990"/>
              <a:gd name="connsiteY3" fmla="*/ 1347970 h 1709760"/>
              <a:gd name="connsiteX4" fmla="*/ 0 w 957990"/>
              <a:gd name="connsiteY4" fmla="*/ 360114 h 1709760"/>
              <a:gd name="connsiteX5" fmla="*/ 957649 w 957990"/>
              <a:gd name="connsiteY5" fmla="*/ 0 h 170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990" h="1709760">
                <a:moveTo>
                  <a:pt x="957649" y="0"/>
                </a:moveTo>
                <a:cubicBezTo>
                  <a:pt x="958939" y="546019"/>
                  <a:pt x="956198" y="553157"/>
                  <a:pt x="955714" y="838117"/>
                </a:cubicBezTo>
                <a:cubicBezTo>
                  <a:pt x="955231" y="1123077"/>
                  <a:pt x="956770" y="1336894"/>
                  <a:pt x="954748" y="1709760"/>
                </a:cubicBezTo>
                <a:lnTo>
                  <a:pt x="0" y="1347970"/>
                </a:lnTo>
                <a:lnTo>
                  <a:pt x="0" y="360114"/>
                </a:lnTo>
                <a:lnTo>
                  <a:pt x="957649" y="0"/>
                </a:lnTo>
                <a:close/>
              </a:path>
            </a:pathLst>
          </a:custGeom>
          <a:solidFill>
            <a:schemeClr val="accent5">
              <a:lumMod val="90000"/>
              <a:lumOff val="10000"/>
              <a:alpha val="30196"/>
            </a:schemeClr>
          </a:solidFill>
          <a:ln w="6350">
            <a:noFill/>
            <a:round/>
            <a:headEnd/>
            <a:tailEnd/>
          </a:ln>
        </p:spPr>
        <p:txBody>
          <a:bodyPr vert="horz" wrap="square" lIns="121963" tIns="60981" rIns="121963" bIns="60981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EBF85D52-ECE9-4D4E-B39A-7A86715B1F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17577" y="2808823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74" name="Text Placeholder 31">
            <a:extLst>
              <a:ext uri="{FF2B5EF4-FFF2-40B4-BE49-F238E27FC236}">
                <a16:creationId xmlns:a16="http://schemas.microsoft.com/office/drawing/2014/main" id="{5E171C43-3E91-4F6E-A643-DBB35807F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143" y="1824625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78" name="Text Placeholder 31">
            <a:extLst>
              <a:ext uri="{FF2B5EF4-FFF2-40B4-BE49-F238E27FC236}">
                <a16:creationId xmlns:a16="http://schemas.microsoft.com/office/drawing/2014/main" id="{9A2FC68E-3176-4F12-AB93-88C1EBDBC5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143" y="3805825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80" name="Text Placeholder 31">
            <a:extLst>
              <a:ext uri="{FF2B5EF4-FFF2-40B4-BE49-F238E27FC236}">
                <a16:creationId xmlns:a16="http://schemas.microsoft.com/office/drawing/2014/main" id="{58998B19-B86D-41B3-B8C4-01E44DADC4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857" y="5790207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81" name="Text Placeholder 31">
            <a:extLst>
              <a:ext uri="{FF2B5EF4-FFF2-40B4-BE49-F238E27FC236}">
                <a16:creationId xmlns:a16="http://schemas.microsoft.com/office/drawing/2014/main" id="{72A5CD0B-50BD-445A-AA40-B1D6BF5386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7577" y="4804189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83" name="Text Placeholder 31">
            <a:extLst>
              <a:ext uri="{FF2B5EF4-FFF2-40B4-BE49-F238E27FC236}">
                <a16:creationId xmlns:a16="http://schemas.microsoft.com/office/drawing/2014/main" id="{0F3D7F1A-804B-4F71-948C-7CEC20199C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70177" y="3805825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86" name="Text Placeholder 31">
            <a:extLst>
              <a:ext uri="{FF2B5EF4-FFF2-40B4-BE49-F238E27FC236}">
                <a16:creationId xmlns:a16="http://schemas.microsoft.com/office/drawing/2014/main" id="{0F05090C-8F50-4A30-9D74-C7293BE182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0178" y="5770210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91" name="Text Placeholder 31">
            <a:extLst>
              <a:ext uri="{FF2B5EF4-FFF2-40B4-BE49-F238E27FC236}">
                <a16:creationId xmlns:a16="http://schemas.microsoft.com/office/drawing/2014/main" id="{303C5BC5-EDB1-4D29-A4C1-146C06843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22778" y="2808822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B3F6419A-476C-4E05-9A89-CB2A18A1E9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2778" y="4804188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94" name="Text Placeholder 31">
            <a:extLst>
              <a:ext uri="{FF2B5EF4-FFF2-40B4-BE49-F238E27FC236}">
                <a16:creationId xmlns:a16="http://schemas.microsoft.com/office/drawing/2014/main" id="{423D971B-D7BD-4CAC-B54A-0245EC6D3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5378" y="3805824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sp>
        <p:nvSpPr>
          <p:cNvPr id="95" name="Text Placeholder 31">
            <a:extLst>
              <a:ext uri="{FF2B5EF4-FFF2-40B4-BE49-F238E27FC236}">
                <a16:creationId xmlns:a16="http://schemas.microsoft.com/office/drawing/2014/main" id="{5156F174-B204-45CA-9E7B-759A1A46A3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5378" y="5790206"/>
            <a:ext cx="1449097" cy="286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FontTx/>
              <a:buNone/>
              <a:defRPr lang="de-DE" sz="1600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marL="0" lvl="0" algn="ctr"/>
            <a:r>
              <a:rPr lang="en-US" noProof="0" dirty="0"/>
              <a:t>Insert text here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75F515C1-05D3-4E2E-9479-94A225D1D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4831" y="36000"/>
            <a:ext cx="1813053" cy="9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02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>
          <a:xfrm rot="5400000" flipH="1">
            <a:off x="6827377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H="1">
            <a:off x="6219826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 flipH="1">
            <a:off x="5302673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1811185" y="1843922"/>
            <a:ext cx="2057400" cy="2057400"/>
          </a:xfrm>
          <a:prstGeom prst="ellipse">
            <a:avLst/>
          </a:prstGeom>
        </p:spPr>
        <p:txBody>
          <a:bodyPr wrap="square" lIns="0" tIns="0" rIns="0" bIns="0" anchor="ctr" anchorCtr="0"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 </a:t>
            </a:r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26265" y="1843922"/>
            <a:ext cx="4572000" cy="396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phone number</a:t>
            </a:r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898813" y="3461584"/>
            <a:ext cx="4572000" cy="396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company/site/location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6941677" y="4270415"/>
            <a:ext cx="4572000" cy="396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address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6941677" y="5079245"/>
            <a:ext cx="4572000" cy="396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website</a:t>
            </a:r>
          </a:p>
        </p:txBody>
      </p:sp>
      <p:pic>
        <p:nvPicPr>
          <p:cNvPr id="28" name="Picture 4" descr="Visitenkarte icons sammlung Kostenlosen Vektoren"/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46775" y="3319859"/>
            <a:ext cx="688975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Visitenkarte icons sammlung Kostenlosen Vektoren"/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89639" y="4128690"/>
            <a:ext cx="688975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Visitenkarte icons sammlung Kostenlosen Vektoren"/>
          <p:cNvPicPr>
            <a:picLocks noChangeAspect="1" noChangeArrowheads="1"/>
          </p:cNvPicPr>
          <p:nvPr/>
        </p:nvPicPr>
        <p:blipFill rotWithShape="1">
          <a:blip r:embed="rId4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89639" y="4937520"/>
            <a:ext cx="688975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Visitenkarte icons sammlung Kostenlosen Vektoren"/>
          <p:cNvPicPr>
            <a:picLocks noChangeAspect="1" noChangeArrowheads="1"/>
          </p:cNvPicPr>
          <p:nvPr/>
        </p:nvPicPr>
        <p:blipFill rotWithShape="1">
          <a:blip r:embed="rId5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89639" y="2511028"/>
            <a:ext cx="688975" cy="67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Placeholder 10"/>
          <p:cNvSpPr>
            <a:spLocks noGrp="1"/>
          </p:cNvSpPr>
          <p:nvPr>
            <p:ph type="body" sz="quarter" idx="28" hasCustomPrompt="1"/>
          </p:nvPr>
        </p:nvSpPr>
        <p:spPr>
          <a:xfrm>
            <a:off x="262799" y="4270414"/>
            <a:ext cx="5154173" cy="60717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40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name</a:t>
            </a:r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29" hasCustomPrompt="1"/>
          </p:nvPr>
        </p:nvSpPr>
        <p:spPr>
          <a:xfrm>
            <a:off x="6941677" y="2652753"/>
            <a:ext cx="4572000" cy="3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e-mail address</a:t>
            </a:r>
          </a:p>
        </p:txBody>
      </p:sp>
      <p:sp>
        <p:nvSpPr>
          <p:cNvPr id="38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262799" y="4877594"/>
            <a:ext cx="5154173" cy="1060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name and position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10800000" flipH="1">
            <a:off x="12271375" y="1843923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>
            <a:off x="6827377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 flipH="1">
            <a:off x="6219826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10800000" flipH="1">
            <a:off x="12271375" y="265275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10800000" flipH="1">
            <a:off x="12271375" y="346158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H="1">
            <a:off x="12271375" y="427041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10800000" flipH="1">
            <a:off x="12271375" y="507924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10800000" flipH="1">
            <a:off x="-301625" y="1843923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10800000" flipH="1">
            <a:off x="-301625" y="427041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 flipH="1">
            <a:off x="-301625" y="4877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6392A1F-ED43-4450-BD09-FD4B77A48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CC325-B334-4D8A-8EAF-1BB83AA19EB0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3DE46-04F9-474A-9E14-DD0E589DD600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821264-C201-4C2A-B99E-E2875BD4F704}"/>
              </a:ext>
            </a:extLst>
          </p:cNvPr>
          <p:cNvCxnSpPr/>
          <p:nvPr userDrawn="1"/>
        </p:nvCxnSpPr>
        <p:spPr>
          <a:xfrm rot="5400000" flipH="1">
            <a:off x="6827377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3AAD2C-BE68-498D-A735-F842483B2AC7}"/>
              </a:ext>
            </a:extLst>
          </p:cNvPr>
          <p:cNvCxnSpPr/>
          <p:nvPr userDrawn="1"/>
        </p:nvCxnSpPr>
        <p:spPr>
          <a:xfrm rot="5400000" flipH="1">
            <a:off x="6219826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687A8F-1655-41BE-924A-4F7999BE2AB3}"/>
              </a:ext>
            </a:extLst>
          </p:cNvPr>
          <p:cNvCxnSpPr/>
          <p:nvPr userDrawn="1"/>
        </p:nvCxnSpPr>
        <p:spPr>
          <a:xfrm rot="5400000" flipH="1">
            <a:off x="5302673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6C3651-B392-44F3-97EA-627421893AA8}"/>
              </a:ext>
            </a:extLst>
          </p:cNvPr>
          <p:cNvCxnSpPr/>
          <p:nvPr userDrawn="1"/>
        </p:nvCxnSpPr>
        <p:spPr>
          <a:xfrm rot="10800000" flipH="1">
            <a:off x="12271375" y="1843923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AFDB0E0-C8CC-4BF1-A502-89595994A30D}"/>
              </a:ext>
            </a:extLst>
          </p:cNvPr>
          <p:cNvCxnSpPr/>
          <p:nvPr userDrawn="1"/>
        </p:nvCxnSpPr>
        <p:spPr>
          <a:xfrm rot="5400000" flipH="1">
            <a:off x="6827377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D7BA5A1-1140-4990-852D-36717FFA3399}"/>
              </a:ext>
            </a:extLst>
          </p:cNvPr>
          <p:cNvCxnSpPr/>
          <p:nvPr userDrawn="1"/>
        </p:nvCxnSpPr>
        <p:spPr>
          <a:xfrm rot="5400000" flipH="1">
            <a:off x="6219826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2307437-C2CB-4762-9942-14903E19A826}"/>
              </a:ext>
            </a:extLst>
          </p:cNvPr>
          <p:cNvCxnSpPr/>
          <p:nvPr userDrawn="1"/>
        </p:nvCxnSpPr>
        <p:spPr>
          <a:xfrm rot="10800000" flipH="1">
            <a:off x="12271375" y="265275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349E305-0E16-416C-A726-3A0BE67125B8}"/>
              </a:ext>
            </a:extLst>
          </p:cNvPr>
          <p:cNvCxnSpPr/>
          <p:nvPr userDrawn="1"/>
        </p:nvCxnSpPr>
        <p:spPr>
          <a:xfrm rot="10800000" flipH="1">
            <a:off x="12271375" y="346158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0D9EF0-557D-436D-8979-58F7DFF4979F}"/>
              </a:ext>
            </a:extLst>
          </p:cNvPr>
          <p:cNvCxnSpPr/>
          <p:nvPr userDrawn="1"/>
        </p:nvCxnSpPr>
        <p:spPr>
          <a:xfrm rot="10800000" flipH="1">
            <a:off x="12271375" y="427041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3F8A5CB-1050-4DE2-B18F-4347CDD45FE6}"/>
              </a:ext>
            </a:extLst>
          </p:cNvPr>
          <p:cNvCxnSpPr/>
          <p:nvPr userDrawn="1"/>
        </p:nvCxnSpPr>
        <p:spPr>
          <a:xfrm rot="10800000" flipH="1">
            <a:off x="12271375" y="507924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BE4C9B7-6ABF-4264-B635-C19E7A8A7EB3}"/>
              </a:ext>
            </a:extLst>
          </p:cNvPr>
          <p:cNvCxnSpPr/>
          <p:nvPr userDrawn="1"/>
        </p:nvCxnSpPr>
        <p:spPr>
          <a:xfrm rot="10800000" flipH="1">
            <a:off x="-301625" y="1843923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5E2D1D2-4872-43D5-BD4B-35A3DA3FE5F9}"/>
              </a:ext>
            </a:extLst>
          </p:cNvPr>
          <p:cNvCxnSpPr/>
          <p:nvPr userDrawn="1"/>
        </p:nvCxnSpPr>
        <p:spPr>
          <a:xfrm rot="10800000" flipH="1">
            <a:off x="-301625" y="427041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A7F3233-FB6B-4CCD-8654-898CABC968D3}"/>
              </a:ext>
            </a:extLst>
          </p:cNvPr>
          <p:cNvCxnSpPr/>
          <p:nvPr userDrawn="1"/>
        </p:nvCxnSpPr>
        <p:spPr>
          <a:xfrm rot="10800000" flipH="1">
            <a:off x="-301625" y="4877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9D09C90C-3E1F-49B6-8562-12596D95345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3458" y="1698722"/>
            <a:ext cx="648000" cy="64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DC48700-44D2-4B7D-A1EC-2DABC30EE88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3458" y="4160141"/>
            <a:ext cx="648000" cy="6480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DA1374E-CAB2-4344-8330-D433C9B6929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0126" y="4953245"/>
            <a:ext cx="648000" cy="648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C445BAD-39F4-4CB4-A8E8-14FB73F7A48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262" y="3340594"/>
            <a:ext cx="648000" cy="6480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B60FD65-A9C5-4330-92FC-583F7077A0F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9501" y="2529130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4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5070475" y="1448594"/>
            <a:ext cx="2057400" cy="2057400"/>
          </a:xfrm>
          <a:prstGeom prst="ellipse">
            <a:avLst/>
          </a:prstGeom>
        </p:spPr>
        <p:txBody>
          <a:bodyPr wrap="square" lIns="0" tIns="0" rIns="0" bIns="0" anchor="ctr" anchorCtr="0"/>
          <a:lstStyle>
            <a:lvl1pPr marL="0" indent="0">
              <a:buNone/>
              <a:defRPr/>
            </a:lvl1pPr>
          </a:lstStyle>
          <a:p>
            <a:r>
              <a:rPr lang="de-DE" dirty="0"/>
              <a:t>  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9071275" y="1448594"/>
            <a:ext cx="2057400" cy="2057400"/>
          </a:xfrm>
          <a:prstGeom prst="ellipse">
            <a:avLst/>
          </a:prstGeom>
        </p:spPr>
        <p:txBody>
          <a:bodyPr wrap="square" lIns="0" tIns="0" rIns="0" bIns="0" anchor="ctr" anchorCtr="0"/>
          <a:lstStyle>
            <a:lvl1pPr marL="0" indent="0">
              <a:buNone/>
              <a:defRPr/>
            </a:lvl1pPr>
          </a:lstStyle>
          <a:p>
            <a:r>
              <a:rPr lang="de-DE" dirty="0"/>
              <a:t> 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1070275" y="1448594"/>
            <a:ext cx="2057400" cy="2057400"/>
          </a:xfrm>
          <a:prstGeom prst="ellipse">
            <a:avLst/>
          </a:prstGeom>
        </p:spPr>
        <p:txBody>
          <a:bodyPr wrap="square" lIns="0" tIns="0" rIns="0" bIns="0" anchor="ctr" anchorCtr="0"/>
          <a:lstStyle>
            <a:lvl1pPr marL="0" indent="0">
              <a:buNone/>
              <a:defRPr/>
            </a:lvl1pPr>
          </a:lstStyle>
          <a:p>
            <a:r>
              <a:rPr lang="de-DE" dirty="0"/>
              <a:t> 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308975" y="4446794"/>
            <a:ext cx="3581400" cy="15738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4308175" y="4446794"/>
            <a:ext cx="3582000" cy="15738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307975" y="4446794"/>
            <a:ext cx="3581400" cy="15738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8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8308975" y="3582194"/>
            <a:ext cx="3582000" cy="685800"/>
          </a:xfrm>
          <a:prstGeom prst="rect">
            <a:avLst/>
          </a:prstGeom>
        </p:spPr>
        <p:txBody>
          <a:bodyPr wrap="none" anchor="b"/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26"/>
          </p:nvPr>
        </p:nvSpPr>
        <p:spPr>
          <a:xfrm>
            <a:off x="4308475" y="3582194"/>
            <a:ext cx="3582000" cy="685800"/>
          </a:xfrm>
          <a:prstGeom prst="rect">
            <a:avLst/>
          </a:prstGeom>
        </p:spPr>
        <p:txBody>
          <a:bodyPr wrap="none" anchor="b"/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27"/>
          </p:nvPr>
        </p:nvSpPr>
        <p:spPr>
          <a:xfrm>
            <a:off x="307975" y="3582194"/>
            <a:ext cx="3582000" cy="685800"/>
          </a:xfrm>
          <a:prstGeom prst="rect">
            <a:avLst/>
          </a:prstGeom>
        </p:spPr>
        <p:txBody>
          <a:bodyPr wrap="none" anchor="b"/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 flipH="1">
            <a:off x="41938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H="1">
            <a:off x="7775874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 flipH="1">
            <a:off x="81946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H="1">
            <a:off x="37750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 userDrawn="1"/>
        </p:nvCxnSpPr>
        <p:spPr>
          <a:xfrm rot="10800000" flipH="1">
            <a:off x="-301625" y="4267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 userDrawn="1"/>
        </p:nvCxnSpPr>
        <p:spPr>
          <a:xfrm rot="10800000" flipH="1">
            <a:off x="12271375" y="4267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H="1">
            <a:off x="12271375" y="14485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0800000" flipH="1">
            <a:off x="12271375" y="3505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10800000" flipH="1">
            <a:off x="-301625" y="14485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10800000" flipH="1">
            <a:off x="-301625" y="3505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332792A-8EAB-4C90-A7E4-774F1C93B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08C42-564C-4CEF-BB40-11F8CB85CA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9905-4677-4F4E-9FEE-53045746397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2AF872-159D-4BDB-9C18-689DC4F987AB}"/>
              </a:ext>
            </a:extLst>
          </p:cNvPr>
          <p:cNvCxnSpPr/>
          <p:nvPr userDrawn="1"/>
        </p:nvCxnSpPr>
        <p:spPr>
          <a:xfrm rot="5400000" flipH="1">
            <a:off x="41938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4A5721D-D169-4A31-8B49-778883E07251}"/>
              </a:ext>
            </a:extLst>
          </p:cNvPr>
          <p:cNvCxnSpPr/>
          <p:nvPr userDrawn="1"/>
        </p:nvCxnSpPr>
        <p:spPr>
          <a:xfrm rot="5400000" flipH="1">
            <a:off x="7775874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41BFE92-AF22-4661-AE06-CEF85EA7BCDD}"/>
              </a:ext>
            </a:extLst>
          </p:cNvPr>
          <p:cNvCxnSpPr/>
          <p:nvPr userDrawn="1"/>
        </p:nvCxnSpPr>
        <p:spPr>
          <a:xfrm rot="5400000" flipH="1">
            <a:off x="81946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7E905C-CCC9-4A97-A292-A76FCA00E70C}"/>
              </a:ext>
            </a:extLst>
          </p:cNvPr>
          <p:cNvCxnSpPr/>
          <p:nvPr userDrawn="1"/>
        </p:nvCxnSpPr>
        <p:spPr>
          <a:xfrm rot="5400000" flipH="1">
            <a:off x="3775075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A7933C-169F-4393-ACBD-AA9F4DC92BDE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301625" y="44467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3B38809-1219-4FC9-85EA-467F83D98026}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12271375" y="44467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717F4A-F20D-45B5-B194-06F8A01D92EF}"/>
              </a:ext>
            </a:extLst>
          </p:cNvPr>
          <p:cNvCxnSpPr/>
          <p:nvPr userDrawn="1"/>
        </p:nvCxnSpPr>
        <p:spPr>
          <a:xfrm rot="10800000" flipH="1">
            <a:off x="12271375" y="3505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286FCB6-A703-41DB-883D-401C6E51435D}"/>
              </a:ext>
            </a:extLst>
          </p:cNvPr>
          <p:cNvCxnSpPr/>
          <p:nvPr userDrawn="1"/>
        </p:nvCxnSpPr>
        <p:spPr>
          <a:xfrm rot="10800000" flipH="1">
            <a:off x="-301625" y="3505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522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61B6090-9D8C-4C60-9F6D-0F7AE97D2929}"/>
              </a:ext>
            </a:extLst>
          </p:cNvPr>
          <p:cNvSpPr/>
          <p:nvPr userDrawn="1"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de-DE" sz="1800">
              <a:solidFill>
                <a:schemeClr val="tx1"/>
              </a:solidFill>
            </a:endParaRPr>
          </a:p>
        </p:txBody>
      </p:sp>
      <p:sp>
        <p:nvSpPr>
          <p:cNvPr id="37" name="Rechteck 16">
            <a:extLst>
              <a:ext uri="{FF2B5EF4-FFF2-40B4-BE49-F238E27FC236}">
                <a16:creationId xmlns:a16="http://schemas.microsoft.com/office/drawing/2014/main" id="{F1B87CDC-0310-4D39-BCF1-C32972B05C42}"/>
              </a:ext>
            </a:extLst>
          </p:cNvPr>
          <p:cNvSpPr/>
          <p:nvPr userDrawn="1"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778BE27-57A3-4DD0-873F-B3005F4BA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4831" y="36000"/>
            <a:ext cx="1813053" cy="92126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 rot="5400000" flipH="1">
            <a:off x="1685700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rot="10800000" flipH="1">
            <a:off x="-301625" y="4128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-301625" y="42840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 rot="5400000" flipH="1">
            <a:off x="10400400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rot="10800000" flipH="1">
            <a:off x="-301625" y="32773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rot="10800000" flipH="1">
            <a:off x="-301625" y="51349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9A0124E-89A0-4FDD-A7F9-E4199E1911C2}"/>
              </a:ext>
            </a:extLst>
          </p:cNvPr>
          <p:cNvSpPr txBox="1"/>
          <p:nvPr userDrawn="1"/>
        </p:nvSpPr>
        <p:spPr>
          <a:xfrm>
            <a:off x="917575" y="3086482"/>
            <a:ext cx="2057400" cy="2911606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de-DE" sz="413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„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FBF3BC-DFC4-46DA-924F-1A77067BED83}"/>
              </a:ext>
            </a:extLst>
          </p:cNvPr>
          <p:cNvCxnSpPr/>
          <p:nvPr userDrawn="1"/>
        </p:nvCxnSpPr>
        <p:spPr>
          <a:xfrm rot="10800000" flipH="1">
            <a:off x="-301625" y="4128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7C6222-28F0-4F10-9BCA-E7060B83C4EB}"/>
              </a:ext>
            </a:extLst>
          </p:cNvPr>
          <p:cNvCxnSpPr/>
          <p:nvPr userDrawn="1"/>
        </p:nvCxnSpPr>
        <p:spPr>
          <a:xfrm rot="10800000" flipH="1">
            <a:off x="-301625" y="42840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358656-4246-409F-920C-9F37037FD0BF}"/>
              </a:ext>
            </a:extLst>
          </p:cNvPr>
          <p:cNvCxnSpPr/>
          <p:nvPr userDrawn="1"/>
        </p:nvCxnSpPr>
        <p:spPr>
          <a:xfrm rot="10800000" flipH="1">
            <a:off x="-301625" y="5134900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28DF4923-FF9A-4A17-9D8C-70FF6A092A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2400" y="4436400"/>
            <a:ext cx="8562300" cy="850900"/>
          </a:xfrm>
          <a:prstGeom prst="rect">
            <a:avLst/>
          </a:prstGeom>
        </p:spPr>
        <p:txBody>
          <a:bodyPr lIns="0"/>
          <a:lstStyle>
            <a:lvl1pPr marL="0" indent="0" algn="r">
              <a:buNone/>
              <a:defRPr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 dirty="0"/>
              <a:t>Add autor/source</a:t>
            </a:r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6FB9D61E-276E-40FE-BB4D-6A9712319E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2400" y="1753394"/>
            <a:ext cx="8562300" cy="2527300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lang="de-DE" sz="3600" b="0" i="0" kern="1200" cap="none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Click to add quotation</a:t>
            </a:r>
          </a:p>
        </p:txBody>
      </p:sp>
    </p:spTree>
    <p:extLst>
      <p:ext uri="{BB962C8B-B14F-4D97-AF65-F5344CB8AC3E}">
        <p14:creationId xmlns:p14="http://schemas.microsoft.com/office/powerpoint/2010/main" val="2464347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89B5-627D-49A4-96F0-20F7FAE31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A22B2-89E1-4440-99AB-B08F1EDE55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B6D72-DED8-45A0-A2CF-D1674B486E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316515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dtTextplatzhalter 13 Id5">
            <a:extLst>
              <a:ext uri="{FF2B5EF4-FFF2-40B4-BE49-F238E27FC236}">
                <a16:creationId xmlns:a16="http://schemas.microsoft.com/office/drawing/2014/main" id="{5AC968BA-B737-42D0-8A75-63B89D020874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10674773" y="1220400"/>
            <a:ext cx="1215602" cy="51804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20650" indent="-120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lang="en-US" sz="1100" noProof="0">
                <a:solidFill>
                  <a:schemeClr val="tx1"/>
                </a:solidFill>
              </a:defRPr>
            </a:lvl1pPr>
            <a:lvl2pPr marL="234950" indent="-1079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"/>
              <a:defRPr lang="en-US" sz="1100" noProof="0">
                <a:solidFill>
                  <a:schemeClr val="tx1"/>
                </a:solidFill>
              </a:defRPr>
            </a:lvl2pPr>
            <a:lvl3pPr marL="3619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tabLst/>
              <a:defRPr lang="en-US" sz="1100" noProof="0">
                <a:solidFill>
                  <a:schemeClr val="tx1"/>
                </a:solidFill>
              </a:defRPr>
            </a:lvl3pPr>
            <a:lvl4pPr marL="476250" indent="-1428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5"/>
              </a:buClr>
              <a:buSzPct val="70000"/>
              <a:buFont typeface="Wingdings 3" panose="05040102010807070707" pitchFamily="18" charset="2"/>
              <a:buChar char="}"/>
              <a:tabLst/>
              <a:defRPr lang="en-US" sz="1100" noProof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590550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defRPr sz="1000">
                <a:solidFill>
                  <a:schemeClr val="tx2"/>
                </a:solidFill>
              </a:defRPr>
            </a:lvl5pPr>
            <a:lvl6pPr marL="28800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</a:lstStyle>
          <a:p>
            <a:pPr marL="120650" lvl="0" indent="-120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</a:pPr>
            <a:r>
              <a:rPr lang="en-US" noProof="0" dirty="0"/>
              <a:t>Click to edit the navigation text</a:t>
            </a:r>
          </a:p>
          <a:p>
            <a:pPr marL="234950" lvl="1" indent="-1079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Wingdings 3" panose="05040102010807070707" pitchFamily="18" charset="2"/>
              <a:buChar char=""/>
            </a:pPr>
            <a:r>
              <a:rPr lang="en-US" noProof="0" dirty="0"/>
              <a:t>Subchapter</a:t>
            </a:r>
          </a:p>
          <a:p>
            <a:pPr marL="361950" lvl="2" indent="-133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Wingdings 3" panose="05040102010807070707" pitchFamily="18" charset="2"/>
              <a:buChar char="}"/>
              <a:tabLst/>
            </a:pPr>
            <a:r>
              <a:rPr lang="en-US" noProof="0" dirty="0"/>
              <a:t>Subchapter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FF5D9-9C49-4B0F-BFB4-C59B7A429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A5330-2315-4E7A-A47A-1B72839FC8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X-FAB Group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3900-A5A4-44D0-A105-9C8379865F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sz="900" dirty="0"/>
          </a:p>
        </p:txBody>
      </p:sp>
    </p:spTree>
    <p:extLst>
      <p:ext uri="{BB962C8B-B14F-4D97-AF65-F5344CB8AC3E}">
        <p14:creationId xmlns:p14="http://schemas.microsoft.com/office/powerpoint/2010/main" val="581133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88FE4BB-7078-4894-879D-1DA1ACCAEC79}"/>
              </a:ext>
            </a:extLst>
          </p:cNvPr>
          <p:cNvSpPr/>
          <p:nvPr userDrawn="1"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chemeClr val="accent2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de-DE" sz="1800">
              <a:effectLst>
                <a:glow rad="1270000">
                  <a:schemeClr val="accent4">
                    <a:lumMod val="75000"/>
                    <a:alpha val="20000"/>
                  </a:schemeClr>
                </a:glow>
              </a:effectLs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9EDF82-CB7A-4C94-87FA-E8D53F92DD4F}"/>
              </a:ext>
            </a:extLst>
          </p:cNvPr>
          <p:cNvSpPr txBox="1"/>
          <p:nvPr userDrawn="1"/>
        </p:nvSpPr>
        <p:spPr>
          <a:xfrm>
            <a:off x="688975" y="2252167"/>
            <a:ext cx="8304850" cy="127595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R="0" lvl="0" indent="0" defTabSz="60981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9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sz="6600" dirty="0">
                <a:solidFill>
                  <a:schemeClr val="bg1"/>
                </a:solidFill>
                <a:effectLst/>
                <a:latin typeface="+mj-lt"/>
              </a:rPr>
              <a:t>Thank you.</a:t>
            </a:r>
            <a:endParaRPr lang="de-DE" sz="660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CAA6B7-C6DC-49C1-88BC-4F28DF47EA59}"/>
              </a:ext>
            </a:extLst>
          </p:cNvPr>
          <p:cNvSpPr txBox="1"/>
          <p:nvPr userDrawn="1"/>
        </p:nvSpPr>
        <p:spPr>
          <a:xfrm>
            <a:off x="9697185" y="6096794"/>
            <a:ext cx="1796868" cy="459089"/>
          </a:xfrm>
          <a:prstGeom prst="rect">
            <a:avLst/>
          </a:prstGeom>
          <a:effectLst/>
        </p:spPr>
        <p:txBody>
          <a:bodyPr lIns="121963" tIns="60981" rIns="121963" bIns="60981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 algn="ctr"/>
            <a:r>
              <a:rPr lang="en-US" sz="1900" dirty="0">
                <a:solidFill>
                  <a:schemeClr val="bg1"/>
                </a:solidFill>
                <a:effectLst/>
                <a:latin typeface="+mn-lt"/>
              </a:rPr>
              <a:t>www.xfab.com</a:t>
            </a:r>
            <a:endParaRPr lang="de-DE" sz="1900" dirty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8" name="Text Placeholder 26">
            <a:extLst>
              <a:ext uri="{FF2B5EF4-FFF2-40B4-BE49-F238E27FC236}">
                <a16:creationId xmlns:a16="http://schemas.microsoft.com/office/drawing/2014/main" id="{916A339A-6EA6-45F0-8ED7-D1A487C0FD0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88976" y="3757953"/>
            <a:ext cx="8304850" cy="6563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700">
                <a:solidFill>
                  <a:schemeClr val="bg1"/>
                </a:solidFill>
                <a:effectLst/>
                <a:latin typeface="+mn-lt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Insert call to action, question etc.</a:t>
            </a:r>
            <a:endParaRPr lang="de-DE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912B88C-36E6-4E7B-BC72-40DDB5A461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32AF09-1CF6-45B2-9110-46D0096F8F8C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6610C8-1649-44B9-A9E2-182FCC4B6F65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00408D4-AC73-4EA4-8AD2-75E8D53FA5EB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231C2F4-7B38-437B-B050-1A856BA801C1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130D223-1DA2-4C25-9D1D-D419B76A6660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C1F1B5-36E2-4D2D-95A1-90C810E4E42D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E28A12A-693F-4537-B3E5-1C7D769EBA08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E7935E1-25AA-44A4-8751-718555FBE842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786A5AA-DE83-48B2-BC29-2D43D13711EC}"/>
              </a:ext>
            </a:extLst>
          </p:cNvPr>
          <p:cNvCxnSpPr>
            <a:cxnSpLocks/>
          </p:cNvCxnSpPr>
          <p:nvPr userDrawn="1"/>
        </p:nvCxnSpPr>
        <p:spPr>
          <a:xfrm>
            <a:off x="-377825" y="4414272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8F5CA31-7957-49CF-AEA3-9706049C6D29}"/>
              </a:ext>
            </a:extLst>
          </p:cNvPr>
          <p:cNvCxnSpPr>
            <a:cxnSpLocks/>
          </p:cNvCxnSpPr>
          <p:nvPr userDrawn="1"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hlinkClick r:id="rId3"/>
            <a:extLst>
              <a:ext uri="{FF2B5EF4-FFF2-40B4-BE49-F238E27FC236}">
                <a16:creationId xmlns:a16="http://schemas.microsoft.com/office/drawing/2014/main" id="{630A2C1A-48AB-4ED8-9B0D-B00E2C6041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8175" y="5713395"/>
            <a:ext cx="343340" cy="345600"/>
          </a:xfrm>
          <a:prstGeom prst="rect">
            <a:avLst/>
          </a:prstGeom>
        </p:spPr>
      </p:pic>
      <p:pic>
        <p:nvPicPr>
          <p:cNvPr id="35" name="Picture 34">
            <a:hlinkClick r:id="rId5"/>
            <a:extLst>
              <a:ext uri="{FF2B5EF4-FFF2-40B4-BE49-F238E27FC236}">
                <a16:creationId xmlns:a16="http://schemas.microsoft.com/office/drawing/2014/main" id="{E34620E3-8A8E-40FF-94F3-9D3143AD4AC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3948" y="5710973"/>
            <a:ext cx="343533" cy="345794"/>
          </a:xfrm>
          <a:prstGeom prst="rect">
            <a:avLst/>
          </a:prstGeom>
        </p:spPr>
      </p:pic>
      <p:pic>
        <p:nvPicPr>
          <p:cNvPr id="36" name="Picture 35">
            <a:hlinkClick r:id="rId7"/>
            <a:extLst>
              <a:ext uri="{FF2B5EF4-FFF2-40B4-BE49-F238E27FC236}">
                <a16:creationId xmlns:a16="http://schemas.microsoft.com/office/drawing/2014/main" id="{F2F1A3A8-7AF3-4739-B26E-EEAF6A6D93C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9722" y="5708691"/>
            <a:ext cx="343533" cy="345794"/>
          </a:xfrm>
          <a:prstGeom prst="rect">
            <a:avLst/>
          </a:prstGeom>
        </p:spPr>
      </p:pic>
      <p:pic>
        <p:nvPicPr>
          <p:cNvPr id="25" name="Picture 24">
            <a:hlinkClick r:id="rId9"/>
            <a:extLst>
              <a:ext uri="{FF2B5EF4-FFF2-40B4-BE49-F238E27FC236}">
                <a16:creationId xmlns:a16="http://schemas.microsoft.com/office/drawing/2014/main" id="{4A6434CF-62CA-4F3B-BD1C-8AA287C858E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5965" y="5708691"/>
            <a:ext cx="343533" cy="3457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293157-E407-4319-83EE-D525501ED9B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1931" y="5708691"/>
            <a:ext cx="343341" cy="3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31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E856C71-2A6B-43BF-99E2-2ED5FED1D66A}"/>
              </a:ext>
            </a:extLst>
          </p:cNvPr>
          <p:cNvSpPr/>
          <p:nvPr userDrawn="1"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chemeClr val="accent1"/>
          </a:solidFill>
        </p:spPr>
        <p:txBody>
          <a:bodyPr anchor="t"/>
          <a:lstStyle/>
          <a:p>
            <a:pPr lvl="0" indent="0" algn="r">
              <a:spcBef>
                <a:spcPct val="20000"/>
              </a:spcBef>
              <a:buFont typeface="Arial" pitchFamily="34" charset="0"/>
              <a:buNone/>
            </a:pPr>
            <a:endParaRPr lang="de-DE" sz="1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3C4D7F-D748-4503-AA34-7140E1D383F9}"/>
              </a:ext>
            </a:extLst>
          </p:cNvPr>
          <p:cNvSpPr txBox="1"/>
          <p:nvPr userDrawn="1"/>
        </p:nvSpPr>
        <p:spPr>
          <a:xfrm>
            <a:off x="688975" y="2095678"/>
            <a:ext cx="8304850" cy="14324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R="0" lvl="0" indent="0" defTabSz="60981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9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sz="6600" dirty="0">
                <a:effectLst/>
                <a:latin typeface="+mj-lt"/>
              </a:rPr>
              <a:t>Thank you.</a:t>
            </a:r>
            <a:endParaRPr lang="de-DE" sz="6600" dirty="0">
              <a:effectLst/>
              <a:latin typeface="+mj-lt"/>
            </a:endParaRPr>
          </a:p>
        </p:txBody>
      </p:sp>
      <p:sp>
        <p:nvSpPr>
          <p:cNvPr id="58" name="Text Placeholder 26">
            <a:extLst>
              <a:ext uri="{FF2B5EF4-FFF2-40B4-BE49-F238E27FC236}">
                <a16:creationId xmlns:a16="http://schemas.microsoft.com/office/drawing/2014/main" id="{F23AD67E-0CD0-4128-BDB6-F9E40A487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975" y="3757953"/>
            <a:ext cx="8304850" cy="6563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None/>
              <a:defRPr lang="de-DE" sz="2700" dirty="0">
                <a:solidFill>
                  <a:schemeClr val="bg1"/>
                </a:solidFill>
                <a:effectLst/>
              </a:defRPr>
            </a:lvl1pPr>
          </a:lstStyle>
          <a:p>
            <a:pPr marL="0" lvl="0" indent="0"/>
            <a:r>
              <a:rPr lang="en-US" dirty="0"/>
              <a:t>Insert call to action, question etc.</a:t>
            </a:r>
            <a:endParaRPr lang="de-DE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396F895-2C7D-431A-8FD2-340855B70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000" t="-33071" r="-25000" b="-42429"/>
          <a:stretch/>
        </p:blipFill>
        <p:spPr>
          <a:xfrm>
            <a:off x="8994775" y="0"/>
            <a:ext cx="3200400" cy="1621675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3128B53-7CB3-4A5A-ACDE-A3175D269099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6BB4C3A-1993-4093-91BB-BA16084E6D89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57467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A579FD-8349-4373-86D9-329CF44264F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1FA0838-6EE6-4B94-83D5-BC9760FCDF18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8879525" y="7049295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F4C57EA-82A6-492D-808F-A8EC540A70F0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62A900A-192B-4387-B91C-82365DAB8893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F0E11FC-96A5-4DBC-9720-2A20C15F4066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528120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A9FC770-CF11-472F-A3D1-2C0E900E604F}"/>
              </a:ext>
            </a:extLst>
          </p:cNvPr>
          <p:cNvCxnSpPr>
            <a:cxnSpLocks/>
          </p:cNvCxnSpPr>
          <p:nvPr userDrawn="1"/>
        </p:nvCxnSpPr>
        <p:spPr>
          <a:xfrm>
            <a:off x="-377825" y="3757953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9A96D14-D091-45E9-B3C1-579ED3917F69}"/>
              </a:ext>
            </a:extLst>
          </p:cNvPr>
          <p:cNvCxnSpPr>
            <a:cxnSpLocks/>
          </p:cNvCxnSpPr>
          <p:nvPr userDrawn="1"/>
        </p:nvCxnSpPr>
        <p:spPr>
          <a:xfrm>
            <a:off x="-377825" y="4414272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9C44081-8AB5-487F-A205-4C34CB7EC2AB}"/>
              </a:ext>
            </a:extLst>
          </p:cNvPr>
          <p:cNvCxnSpPr>
            <a:cxnSpLocks/>
          </p:cNvCxnSpPr>
          <p:nvPr userDrawn="1"/>
        </p:nvCxnSpPr>
        <p:spPr>
          <a:xfrm>
            <a:off x="-377825" y="2095678"/>
            <a:ext cx="3003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C632CC-F9FF-4309-A1D5-628C9D3E96D2}"/>
              </a:ext>
            </a:extLst>
          </p:cNvPr>
          <p:cNvSpPr txBox="1"/>
          <p:nvPr userDrawn="1"/>
        </p:nvSpPr>
        <p:spPr>
          <a:xfrm>
            <a:off x="9697185" y="6096794"/>
            <a:ext cx="1796868" cy="459089"/>
          </a:xfrm>
          <a:prstGeom prst="rect">
            <a:avLst/>
          </a:prstGeom>
          <a:effectLst/>
        </p:spPr>
        <p:txBody>
          <a:bodyPr lIns="121963" tIns="60981" rIns="121963" bIns="60981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 algn="ctr"/>
            <a:r>
              <a:rPr lang="en-US" sz="1900" dirty="0">
                <a:solidFill>
                  <a:schemeClr val="bg1"/>
                </a:solidFill>
                <a:effectLst/>
                <a:latin typeface="+mn-lt"/>
              </a:rPr>
              <a:t>www.xfab.com</a:t>
            </a:r>
            <a:endParaRPr lang="de-DE" sz="1900" dirty="0"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31" name="Picture 30">
            <a:hlinkClick r:id="rId3"/>
            <a:extLst>
              <a:ext uri="{FF2B5EF4-FFF2-40B4-BE49-F238E27FC236}">
                <a16:creationId xmlns:a16="http://schemas.microsoft.com/office/drawing/2014/main" id="{180F0BB6-048F-4D54-A754-AA705C3437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8175" y="5713395"/>
            <a:ext cx="343340" cy="345600"/>
          </a:xfrm>
          <a:prstGeom prst="rect">
            <a:avLst/>
          </a:prstGeom>
        </p:spPr>
      </p:pic>
      <p:pic>
        <p:nvPicPr>
          <p:cNvPr id="32" name="Picture 31">
            <a:hlinkClick r:id="rId5"/>
            <a:extLst>
              <a:ext uri="{FF2B5EF4-FFF2-40B4-BE49-F238E27FC236}">
                <a16:creationId xmlns:a16="http://schemas.microsoft.com/office/drawing/2014/main" id="{07E46235-AA24-4008-ABAD-3F0E4A53B7C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3948" y="5710973"/>
            <a:ext cx="343533" cy="345794"/>
          </a:xfrm>
          <a:prstGeom prst="rect">
            <a:avLst/>
          </a:prstGeom>
        </p:spPr>
      </p:pic>
      <p:pic>
        <p:nvPicPr>
          <p:cNvPr id="33" name="Picture 32">
            <a:hlinkClick r:id="rId7"/>
            <a:extLst>
              <a:ext uri="{FF2B5EF4-FFF2-40B4-BE49-F238E27FC236}">
                <a16:creationId xmlns:a16="http://schemas.microsoft.com/office/drawing/2014/main" id="{4CD7E5B0-871A-47CD-B27F-636DCDF92E0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9722" y="5708691"/>
            <a:ext cx="343533" cy="345794"/>
          </a:xfrm>
          <a:prstGeom prst="rect">
            <a:avLst/>
          </a:prstGeom>
        </p:spPr>
      </p:pic>
      <p:pic>
        <p:nvPicPr>
          <p:cNvPr id="34" name="Picture 33">
            <a:hlinkClick r:id="rId9"/>
            <a:extLst>
              <a:ext uri="{FF2B5EF4-FFF2-40B4-BE49-F238E27FC236}">
                <a16:creationId xmlns:a16="http://schemas.microsoft.com/office/drawing/2014/main" id="{53C2DEA9-4F81-46CE-B372-926908F0D9B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5965" y="5708691"/>
            <a:ext cx="343533" cy="3457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D0B5633-C896-47FC-A75A-9E4B3835828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1931" y="5708691"/>
            <a:ext cx="343341" cy="3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44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3"/>
          <p:cNvSpPr txBox="1">
            <a:spLocks/>
          </p:cNvSpPr>
          <p:nvPr/>
        </p:nvSpPr>
        <p:spPr>
          <a:xfrm>
            <a:off x="5009690" y="6545594"/>
            <a:ext cx="2178970" cy="313200"/>
          </a:xfrm>
          <a:prstGeom prst="rect">
            <a:avLst/>
          </a:prstGeom>
        </p:spPr>
        <p:txBody>
          <a:bodyPr vert="horz" wrap="none" lIns="0" tIns="46800" rIns="121963" bIns="46800" rtlCol="0" anchor="t"/>
          <a:lstStyle>
            <a:defPPr>
              <a:defRPr lang="en-US"/>
            </a:defPPr>
            <a:lvl1pPr marL="0" algn="ctr" defTabSz="1219627" rtl="0" eaLnBrk="1" latinLnBrk="0" hangingPunct="1">
              <a:defRPr sz="1100" b="0" i="0" kern="1200">
                <a:solidFill>
                  <a:schemeClr val="bg1">
                    <a:lumMod val="50000"/>
                  </a:schemeClr>
                </a:solidFill>
                <a:latin typeface="Verdana"/>
                <a:ea typeface="+mn-ea"/>
                <a:cs typeface="Verdana"/>
              </a:defRPr>
            </a:lvl1pPr>
            <a:lvl2pPr marL="609813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627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40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253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067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80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694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507" algn="l" defTabSz="121962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latin typeface="+mn-lt"/>
              </a:rPr>
              <a:t>Company Confidential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62800" y="6545594"/>
            <a:ext cx="3863975" cy="313200"/>
          </a:xfrm>
          <a:prstGeom prst="rect">
            <a:avLst/>
          </a:prstGeom>
        </p:spPr>
        <p:txBody>
          <a:bodyPr vert="horz" wrap="none" lIns="0" tIns="46800" rIns="121963" bIns="46800" rtlCol="0" anchor="t"/>
          <a:lstStyle>
            <a:lvl1pPr algn="l">
              <a:defRPr lang="en-US" sz="9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Verdana"/>
              </a:defRPr>
            </a:lvl1pPr>
          </a:lstStyle>
          <a:p>
            <a:r>
              <a:rPr lang="de-DE"/>
              <a:t>X-FAB Group</a:t>
            </a:r>
          </a:p>
        </p:txBody>
      </p:sp>
      <p:sp>
        <p:nvSpPr>
          <p:cNvPr id="2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0669976" y="6545594"/>
            <a:ext cx="1220400" cy="313200"/>
          </a:xfrm>
          <a:prstGeom prst="rect">
            <a:avLst/>
          </a:prstGeom>
        </p:spPr>
        <p:txBody>
          <a:bodyPr vert="horz" wrap="none" lIns="0" tIns="46800" rIns="0" bIns="46800" rtlCol="0" anchor="t"/>
          <a:lstStyle>
            <a:lvl1pPr>
              <a:defRPr lang="en-US" sz="9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Verdana"/>
              </a:defRPr>
            </a:lvl1pPr>
          </a:lstStyle>
          <a:p>
            <a:pPr algn="r"/>
            <a:fld id="{E3CA4319-ECA0-4C14-9B15-50917CFFF2E3}" type="slidenum">
              <a:rPr lang="de-DE" smtClean="0"/>
              <a:pPr algn="r"/>
              <a:t>‹N°›</a:t>
            </a:fld>
            <a:endParaRPr lang="de-DE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63" y="36001"/>
            <a:ext cx="12198350" cy="924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sp>
        <p:nvSpPr>
          <p:cNvPr id="8" name="Rechteck 16"/>
          <p:cNvSpPr/>
          <p:nvPr userDrawn="1"/>
        </p:nvSpPr>
        <p:spPr>
          <a:xfrm>
            <a:off x="1" y="0"/>
            <a:ext cx="12198813" cy="3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de-DE" dirty="0">
              <a:effectLst/>
            </a:endParaRPr>
          </a:p>
        </p:txBody>
      </p:sp>
      <p:cxnSp>
        <p:nvCxnSpPr>
          <p:cNvPr id="11" name="Gerade Verbindung 8"/>
          <p:cNvCxnSpPr/>
          <p:nvPr userDrawn="1"/>
        </p:nvCxnSpPr>
        <p:spPr>
          <a:xfrm>
            <a:off x="262604" y="6542333"/>
            <a:ext cx="1162777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H="1">
            <a:off x="-301625" y="6401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 flipH="1">
            <a:off x="148304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-301625" y="960221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-301625" y="1219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 rot="5400000" flipH="1">
            <a:off x="11776076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12271375" y="6401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12271375" y="1219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 flipH="1">
            <a:off x="14850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5"/>
          <p:cNvSpPr>
            <a:spLocks noGrp="1"/>
          </p:cNvSpPr>
          <p:nvPr>
            <p:ph type="title"/>
          </p:nvPr>
        </p:nvSpPr>
        <p:spPr>
          <a:xfrm>
            <a:off x="262800" y="32733"/>
            <a:ext cx="10122031" cy="9274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lvl="0" algn="l" defTabSz="914400" rtl="0" eaLnBrk="1" latinLnBrk="0" hangingPunct="1"/>
            <a:r>
              <a:rPr lang="en-US" dirty="0"/>
              <a:t>Click to edit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799" y="1220400"/>
            <a:ext cx="11627576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de-DE" dirty="0"/>
              <a:t>Sixth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BB913E-0F9D-46D7-B4DA-71537E16977A}"/>
              </a:ext>
            </a:extLst>
          </p:cNvPr>
          <p:cNvCxnSpPr/>
          <p:nvPr userDrawn="1"/>
        </p:nvCxnSpPr>
        <p:spPr>
          <a:xfrm flipH="1">
            <a:off x="-301625" y="6401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B20BB9-B58B-40C6-BE6F-B75F21E77FA4}"/>
              </a:ext>
            </a:extLst>
          </p:cNvPr>
          <p:cNvCxnSpPr/>
          <p:nvPr userDrawn="1"/>
        </p:nvCxnSpPr>
        <p:spPr>
          <a:xfrm rot="5400000" flipH="1">
            <a:off x="148304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05FB78-1BB6-45DD-A908-72004B8781F1}"/>
              </a:ext>
            </a:extLst>
          </p:cNvPr>
          <p:cNvCxnSpPr/>
          <p:nvPr userDrawn="1"/>
        </p:nvCxnSpPr>
        <p:spPr>
          <a:xfrm flipH="1">
            <a:off x="-301625" y="960221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9A2DB0-AAD3-474F-8A80-F3499814B7FD}"/>
              </a:ext>
            </a:extLst>
          </p:cNvPr>
          <p:cNvCxnSpPr/>
          <p:nvPr userDrawn="1"/>
        </p:nvCxnSpPr>
        <p:spPr>
          <a:xfrm flipH="1">
            <a:off x="-301625" y="1219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2FE87CB-18D5-463B-BEDA-F24A4AB98966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11776076" y="70492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80A02C-D53B-403B-B957-996CEEBE93A8}"/>
              </a:ext>
            </a:extLst>
          </p:cNvPr>
          <p:cNvCxnSpPr/>
          <p:nvPr userDrawn="1"/>
        </p:nvCxnSpPr>
        <p:spPr>
          <a:xfrm flipH="1">
            <a:off x="12271375" y="64015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F7AE319-F676-44C6-9A26-0376E9729005}"/>
              </a:ext>
            </a:extLst>
          </p:cNvPr>
          <p:cNvCxnSpPr/>
          <p:nvPr userDrawn="1"/>
        </p:nvCxnSpPr>
        <p:spPr>
          <a:xfrm flipH="1">
            <a:off x="12271375" y="1219994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BCCF66-13F3-43E1-B9F6-078748747E2B}"/>
              </a:ext>
            </a:extLst>
          </p:cNvPr>
          <p:cNvCxnSpPr/>
          <p:nvPr userDrawn="1"/>
        </p:nvCxnSpPr>
        <p:spPr>
          <a:xfrm rot="5400000" flipH="1">
            <a:off x="148500" y="-189706"/>
            <a:ext cx="2286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Placeholder 5">
            <a:extLst>
              <a:ext uri="{FF2B5EF4-FFF2-40B4-BE49-F238E27FC236}">
                <a16:creationId xmlns:a16="http://schemas.microsoft.com/office/drawing/2014/main" id="{AE616FB2-EA89-4D15-863B-184FA502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00" y="32733"/>
            <a:ext cx="10122031" cy="9274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lvl="0" algn="l" defTabSz="914400" rtl="0" eaLnBrk="1" latinLnBrk="0" hangingPunct="1"/>
            <a:r>
              <a:rPr lang="en-US" dirty="0"/>
              <a:t>Click to edit headline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F3BBD73F-6995-4C4A-A98D-AE190FDAC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99" y="1220400"/>
            <a:ext cx="11627576" cy="518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de-DE" dirty="0"/>
              <a:t>Sixth level</a:t>
            </a:r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9BB1CF9-DEEB-4451-AEAB-41352AE675F0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4831" y="36000"/>
            <a:ext cx="1813053" cy="9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6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</p:sldLayoutIdLst>
  <p:hf hdr="0" dt="0"/>
  <p:txStyles>
    <p:titleStyle>
      <a:lvl1pPr eaLnBrk="1" hangingPunct="1">
        <a:defRPr lang="en-US" sz="2800" kern="0" smtClean="0">
          <a:solidFill>
            <a:schemeClr val="tx1"/>
          </a:solidFill>
          <a:latin typeface="+mj-lt"/>
          <a:ea typeface="Verdana" panose="020B0604030504040204" pitchFamily="34" charset="0"/>
          <a:cs typeface="+mn-cs"/>
        </a:defRPr>
      </a:lvl1pPr>
    </p:titleStyle>
    <p:bodyStyle>
      <a:lvl1pPr marL="285750" indent="-285750" algn="l" defTabSz="914400" rtl="0" eaLnBrk="1" latinLnBrk="0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Verdana" panose="020B0604030504040204" pitchFamily="34" charset="0"/>
        <a:buChar char="›"/>
        <a:defRPr lang="en-US" sz="1800" kern="0" dirty="0" smtClean="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552450" indent="-285750" eaLnBrk="1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Arial" panose="020B0604020202020204" pitchFamily="34" charset="0"/>
        <a:buChar char="•"/>
        <a:defRPr lang="en-US" sz="1600" kern="0" dirty="0" smtClean="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812800" indent="-279400" eaLnBrk="1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Verdana" panose="020B0604030504040204" pitchFamily="34" charset="0"/>
        <a:buChar char="-"/>
        <a:defRPr lang="en-US" sz="1400" kern="0" dirty="0" smtClean="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079500" indent="-266700" eaLnBrk="1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Verdana" panose="020B0604030504040204" pitchFamily="34" charset="0"/>
        <a:buChar char="›"/>
        <a:defRPr lang="en-US" sz="1400" dirty="0" smtClean="0">
          <a:solidFill>
            <a:schemeClr val="tx1"/>
          </a:solidFill>
          <a:latin typeface="+mn-lt"/>
          <a:ea typeface="Verdana" panose="020B0604030504040204" pitchFamily="34" charset="0"/>
        </a:defRPr>
      </a:lvl4pPr>
      <a:lvl5pPr marL="1346200" indent="-266700" eaLnBrk="1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Arial" panose="020B0604020202020204" pitchFamily="34" charset="0"/>
        <a:buChar char="•"/>
        <a:defRPr lang="en-US" sz="1200" baseline="0" dirty="0">
          <a:solidFill>
            <a:schemeClr val="tx1"/>
          </a:solidFill>
          <a:latin typeface="+mn-lt"/>
          <a:ea typeface="Verdana" panose="020B0604030504040204" pitchFamily="34" charset="0"/>
        </a:defRPr>
      </a:lvl5pPr>
      <a:lvl6pPr marL="1524000" indent="-187325" eaLnBrk="1" hangingPunct="1">
        <a:lnSpc>
          <a:spcPct val="130000"/>
        </a:lnSpc>
        <a:spcBef>
          <a:spcPts val="300"/>
        </a:spcBef>
        <a:spcAft>
          <a:spcPts val="300"/>
        </a:spcAft>
        <a:buClr>
          <a:schemeClr val="accent5"/>
        </a:buClr>
        <a:buFont typeface="Verdana" panose="020B0604030504040204" pitchFamily="34" charset="0"/>
        <a:buChar char="-"/>
        <a:defRPr sz="1200">
          <a:solidFill>
            <a:schemeClr val="tx1"/>
          </a:solidFill>
          <a:latin typeface="+mn-lt"/>
        </a:defRPr>
      </a:lvl6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FC3732A-0466-4DC9-992F-BA339523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279A013-D698-469F-9BA0-885E4C868D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2E821CC-828B-453E-8352-9C0480205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20175A-1C5D-447A-804A-6B3BF64A98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7563" y="6545263"/>
            <a:ext cx="1220787" cy="314325"/>
          </a:xfrm>
        </p:spPr>
        <p:txBody>
          <a:bodyPr/>
          <a:lstStyle/>
          <a:p>
            <a:pPr algn="r"/>
            <a:fld id="{E3CA4319-ECA0-4C14-9B15-50917CFFF2E3}" type="slidenum">
              <a:rPr lang="en-US" noProof="0" smtClean="0"/>
              <a:pPr algn="r"/>
              <a:t>1</a:t>
            </a:fld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278185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02A784-484A-4739-B556-67317E5E90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FFC29A-EC5E-4940-B865-C8E241754E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B9A058-EC70-4FD0-9381-B46CAE94C0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CC317C-CABE-428A-9674-CC769417D4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E87A4D-B749-4C49-BA8D-BEA57B1D75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81A8598-B20B-42C4-9823-124626854B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A4FFBA-86E7-48AB-A8B0-6077F720CC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016086-93D9-4890-B660-8CB3B1BE43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13C3B69-7939-46D8-9D35-D2B6D23A1A5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641743-D10C-443B-9BC1-DD8C4B8CEC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66A17B-27F3-464B-B8FB-6DA8861A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E8CB7-F8CA-470C-A834-4B96FC2EA74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X-FAB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35971-8300-4189-8862-1733D7CD373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en-US" noProof="0" smtClean="0"/>
              <a:pPr algn="r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92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52982DF-63BA-385E-177B-6C3984C56C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6C4F29-882F-AAD8-33FE-8B8D40F2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>
                <a:solidFill>
                  <a:srgbClr val="000000"/>
                </a:solidFill>
                <a:latin typeface="Arial"/>
              </a:rPr>
              <a:t>My role – Data Engineer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9652CF-54B6-4808-AFC4-9180D9D8896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X-FAB Group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AD08BC-FF10-4CB6-83A6-220C38159F8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E3CA4319-ECA0-4C14-9B15-50917CFFF2E3}" type="slidenum">
              <a:rPr lang="en-US" noProof="0" smtClean="0"/>
              <a:pPr algn="r"/>
              <a:t>3</a:t>
            </a:fld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658368" y="1417320"/>
            <a:ext cx="54864" cy="3246120"/>
          </a:xfrm>
          <a:prstGeom prst="rect">
            <a:avLst/>
          </a:prstGeom>
          <a:solidFill>
            <a:srgbClr val="00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4813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3272A"/>
                </a:solidFill>
                <a:latin typeface="Arial"/>
              </a:rPr>
              <a:t>Kevin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90195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7176"/>
                </a:solidFill>
                <a:latin typeface="Arial"/>
              </a:rPr>
              <a:t>Data Engineer Intern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487168"/>
            <a:ext cx="2606040" cy="13716"/>
          </a:xfrm>
          <a:prstGeom prst="rect">
            <a:avLst/>
          </a:prstGeom>
          <a:solidFill>
            <a:srgbClr val="D2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614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7176"/>
                </a:solidFill>
                <a:latin typeface="Arial"/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0540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87A0"/>
                </a:solidFill>
                <a:latin typeface="Arial"/>
              </a:rPr>
              <a:t>YE Digital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4564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7176"/>
                </a:solidFill>
                <a:latin typeface="Arial"/>
              </a:rPr>
              <a:t>Yield Enhancement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481328"/>
            <a:ext cx="10972" cy="3154680"/>
          </a:xfrm>
          <a:prstGeom prst="rect">
            <a:avLst/>
          </a:prstGeom>
          <a:solidFill>
            <a:srgbClr val="D2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3272A"/>
                </a:solidFill>
                <a:latin typeface="Arial"/>
              </a:rPr>
              <a:t>Main activities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2221992"/>
            <a:ext cx="118872" cy="118872"/>
          </a:xfrm>
          <a:prstGeom prst="ellipse">
            <a:avLst/>
          </a:prstGeom>
          <a:solidFill>
            <a:srgbClr val="00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148840"/>
            <a:ext cx="23317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72A"/>
                </a:solidFill>
                <a:latin typeface="Arial"/>
              </a:rPr>
              <a:t>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1671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176"/>
                </a:solidFill>
                <a:latin typeface="Arial"/>
              </a:rPr>
              <a:t>Reliable and consistent data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2" y="3136392"/>
            <a:ext cx="118872" cy="118872"/>
          </a:xfrm>
          <a:prstGeom prst="ellipse">
            <a:avLst/>
          </a:prstGeom>
          <a:solidFill>
            <a:srgbClr val="00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063240"/>
            <a:ext cx="23317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72A"/>
                </a:solidFill>
                <a:latin typeface="Arial"/>
              </a:rPr>
              <a:t>Data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0815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176"/>
                </a:solidFill>
                <a:latin typeface="Arial"/>
              </a:rPr>
              <a:t>Build and maintain ETL pipelines</a:t>
            </a:r>
          </a:p>
        </p:txBody>
      </p:sp>
      <p:sp>
        <p:nvSpPr>
          <p:cNvPr id="27" name="Oval 26"/>
          <p:cNvSpPr/>
          <p:nvPr/>
        </p:nvSpPr>
        <p:spPr>
          <a:xfrm>
            <a:off x="4645152" y="4050791"/>
            <a:ext cx="118872" cy="118872"/>
          </a:xfrm>
          <a:prstGeom prst="ellipse">
            <a:avLst/>
          </a:prstGeom>
          <a:solidFill>
            <a:srgbClr val="00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977639"/>
            <a:ext cx="23317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72A"/>
                </a:solidFill>
                <a:latin typeface="Arial"/>
              </a:rPr>
              <a:t>Data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995927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176"/>
                </a:solidFill>
                <a:latin typeface="Arial"/>
              </a:rPr>
              <a:t>Automate recurring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281250051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0">
                <a:solidFill>
                  <a:srgbClr val="262A2D"/>
                </a:solidFill>
                <a:latin typeface="Arial"/>
              </a:rPr>
              <a:t>Project – R to Python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757B"/>
                </a:solidFill>
                <a:latin typeface="Arial"/>
              </a:rP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757B"/>
                </a:solidFill>
                <a:latin typeface="Arial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262A2D"/>
                </a:solidFill>
                <a:latin typeface="Arial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62A2D"/>
                </a:solidFill>
                <a:latin typeface="Arial"/>
              </a:rPr>
              <a:t>Existing ETL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C757B"/>
                </a:solidFill>
                <a:latin typeface="Arial"/>
              </a:rPr>
              <a:t>Historical data processing scripts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17720" y="2148840"/>
            <a:ext cx="2194560" cy="502920"/>
          </a:xfrm>
          <a:prstGeom prst="rightArrow">
            <a:avLst/>
          </a:prstGeom>
          <a:solidFill>
            <a:srgbClr val="00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719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EA6"/>
                </a:solidFill>
                <a:latin typeface="Arial"/>
              </a:rPr>
              <a:t>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8EA6"/>
                </a:solidFill>
                <a:latin typeface="Arial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514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62A2D"/>
                </a:solidFill>
                <a:latin typeface="Arial"/>
              </a:rPr>
              <a:t>Data engineering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90779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C757B"/>
                </a:solidFill>
                <a:latin typeface="Arial"/>
              </a:rPr>
              <a:t>A more suitable ecosystem for data pipelines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30752"/>
            <a:ext cx="1083564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2A2D"/>
                </a:solidFill>
                <a:latin typeface="Arial"/>
              </a:rPr>
              <a:t>Why Python?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617720"/>
            <a:ext cx="109728" cy="109728"/>
          </a:xfrm>
          <a:prstGeom prst="ellipse">
            <a:avLst/>
          </a:prstGeom>
          <a:solidFill>
            <a:srgbClr val="00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449884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A2D"/>
                </a:solidFill>
                <a:latin typeface="Arial"/>
              </a:rPr>
              <a:t>Data engineering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01091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C757B"/>
                </a:solidFill>
                <a:latin typeface="Arial"/>
              </a:rPr>
              <a:t>Rich libraries and tools for data processing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617720"/>
            <a:ext cx="109728" cy="109728"/>
          </a:xfrm>
          <a:prstGeom prst="ellipse">
            <a:avLst/>
          </a:prstGeom>
          <a:solidFill>
            <a:srgbClr val="00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449884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A2D"/>
                </a:solidFill>
                <a:latin typeface="Arial"/>
              </a:rPr>
              <a:t>Easier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501091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C757B"/>
                </a:solidFill>
                <a:latin typeface="Arial"/>
              </a:rPr>
              <a:t>APIs, orchestration and automation</a:t>
            </a:r>
          </a:p>
        </p:txBody>
      </p:sp>
      <p:sp>
        <p:nvSpPr>
          <p:cNvPr id="24" name="Oval 23"/>
          <p:cNvSpPr/>
          <p:nvPr/>
        </p:nvSpPr>
        <p:spPr>
          <a:xfrm>
            <a:off x="8138160" y="4617720"/>
            <a:ext cx="109728" cy="109728"/>
          </a:xfrm>
          <a:prstGeom prst="ellipse">
            <a:avLst/>
          </a:prstGeom>
          <a:solidFill>
            <a:srgbClr val="008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4498848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A2D"/>
                </a:solidFill>
                <a:latin typeface="Arial"/>
              </a:rPr>
              <a:t>Maintainability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501091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C757B"/>
                </a:solidFill>
                <a:latin typeface="Arial"/>
              </a:rPr>
              <a:t>Standardize and evolve pipelines more easily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51383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C757B"/>
                </a:solidFill>
                <a:latin typeface="Arial"/>
              </a:rPr>
              <a:t>Objective: keep the same business logic while moving to a more maintainable data engineering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98D92-D107-4B7C-AB83-2BDCE7FEA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8363" y="34297"/>
            <a:ext cx="8538845" cy="9260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262A2D"/>
                </a:solidFill>
                <a:latin typeface="Arial"/>
              </a:rPr>
              <a:t>Workflow orchestration – Prefect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696" y="171489"/>
            <a:ext cx="1585785" cy="809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8363" y="6544046"/>
            <a:ext cx="3866876" cy="315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C757B"/>
                </a:solidFill>
                <a:latin typeface="Arial"/>
              </a:rPr>
              <a:t>X-FAB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498" y="6544046"/>
            <a:ext cx="609917" cy="315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C757B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307592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73737"/>
                </a:solidFill>
                <a:latin typeface="Arial"/>
              </a:rPr>
              <a:t>Prefect orchestrates our Python ETL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8961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3737"/>
                </a:solidFill>
                <a:latin typeface="Arial"/>
              </a:defRPr>
            </a:pPr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Scheduling</a:t>
            </a:r>
            <a:r>
              <a:rPr sz="2000">
                <a:solidFill>
                  <a:srgbClr val="373737"/>
                </a:solidFill>
                <a:latin typeface="Arial"/>
              </a:rPr>
              <a:t> — automate pipeline execution</a:t>
            </a:r>
          </a:p>
          <a:p>
            <a:pPr>
              <a:spcAft>
                <a:spcPts val="1600"/>
              </a:spcAft>
              <a:defRPr sz="2000">
                <a:solidFill>
                  <a:srgbClr val="373737"/>
                </a:solidFill>
                <a:latin typeface="Arial"/>
              </a:defRPr>
            </a:pPr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Monitoring &amp; logs</a:t>
            </a:r>
            <a:r>
              <a:rPr sz="2000">
                <a:solidFill>
                  <a:srgbClr val="373737"/>
                </a:solidFill>
                <a:latin typeface="Arial"/>
              </a:rPr>
              <a:t> — track runs and investigate failures</a:t>
            </a:r>
          </a:p>
          <a:p>
            <a:pPr>
              <a:spcAft>
                <a:spcPts val="1600"/>
              </a:spcAft>
              <a:defRPr sz="2000">
                <a:solidFill>
                  <a:srgbClr val="373737"/>
                </a:solidFill>
                <a:latin typeface="Arial"/>
              </a:defRPr>
            </a:pPr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Retries</a:t>
            </a:r>
            <a:r>
              <a:rPr sz="2000">
                <a:solidFill>
                  <a:srgbClr val="373737"/>
                </a:solidFill>
                <a:latin typeface="Arial"/>
              </a:rPr>
              <a:t> — restart failed runs automatically</a:t>
            </a:r>
          </a:p>
          <a:p>
            <a:pPr>
              <a:spcAft>
                <a:spcPts val="1600"/>
              </a:spcAft>
              <a:defRPr sz="2000">
                <a:solidFill>
                  <a:srgbClr val="373737"/>
                </a:solidFill>
                <a:latin typeface="Arial"/>
              </a:defRPr>
            </a:pPr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Centralized control</a:t>
            </a:r>
            <a:r>
              <a:rPr sz="2000">
                <a:solidFill>
                  <a:srgbClr val="373737"/>
                </a:solidFill>
                <a:latin typeface="Arial"/>
              </a:rPr>
              <a:t> — follow workflows from one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7492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957"/>
                </a:solidFill>
                <a:latin typeface="Arial"/>
              </a:rPr>
              <a:t>→ Less manual monitoring, more reliable data pipelines.</a:t>
            </a:r>
          </a:p>
        </p:txBody>
      </p:sp>
      <p:sp>
        <p:nvSpPr>
          <p:cNvPr id="12" name="Hexagon 11"/>
          <p:cNvSpPr/>
          <p:nvPr/>
        </p:nvSpPr>
        <p:spPr>
          <a:xfrm>
            <a:off x="914400" y="1243584"/>
            <a:ext cx="384048" cy="384048"/>
          </a:xfrm>
          <a:prstGeom prst="hexagon">
            <a:avLst/>
          </a:prstGeom>
          <a:noFill/>
          <a:ln w="22860">
            <a:solidFill>
              <a:srgbClr val="06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82980" y="1312164"/>
            <a:ext cx="246888" cy="246888"/>
          </a:xfrm>
          <a:prstGeom prst="hexagon">
            <a:avLst/>
          </a:prstGeom>
          <a:noFill/>
          <a:ln w="17780">
            <a:solidFill>
              <a:srgbClr val="06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06000E"/>
                </a:solidFill>
                <a:latin typeface="Arial"/>
              </a:defRPr>
            </a:pPr>
            <a:r>
              <a:t>Prefect</a:t>
            </a:r>
          </a:p>
        </p:txBody>
      </p:sp>
    </p:spTree>
    <p:extLst>
      <p:ext uri="{BB962C8B-B14F-4D97-AF65-F5344CB8AC3E}">
        <p14:creationId xmlns:p14="http://schemas.microsoft.com/office/powerpoint/2010/main" val="54129893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8350" cy="6859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8363" y="34297"/>
            <a:ext cx="8538845" cy="926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62A2D"/>
                </a:solidFill>
                <a:latin typeface="Arial"/>
              </a:rPr>
              <a:t>Results – ETL migration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696" y="171489"/>
            <a:ext cx="1585785" cy="809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8363" y="6544046"/>
            <a:ext cx="3866876" cy="315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757B"/>
                </a:solidFill>
                <a:latin typeface="Arial"/>
              </a:rPr>
              <a:t>X-FAB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498" y="6544046"/>
            <a:ext cx="609917" cy="315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C757B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00000"/>
            <a:ext cx="2000000" cy="1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0" b="1">
                <a:solidFill>
                  <a:srgbClr val="1F3957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00" y="2850000"/>
            <a:ext cx="2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73737"/>
                </a:solidFill>
                <a:latin typeface="Arial"/>
              </a:rPr>
              <a:t>ETL pipelines
migrated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0" y="1400000"/>
            <a:ext cx="7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73737"/>
                </a:solidFill>
                <a:latin typeface="Arial"/>
              </a:rPr>
              <a:t>What this migration brings to 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150000"/>
            <a:ext cx="7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Modern data engineering solution</a:t>
            </a:r>
            <a:r>
              <a:rPr sz="2000">
                <a:solidFill>
                  <a:srgbClr val="373737"/>
                </a:solidFill>
                <a:latin typeface="Arial"/>
              </a:rPr>
              <a:t> — Python + Prefect for a more maintainable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3050000"/>
            <a:ext cx="7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Better visibility</a:t>
            </a:r>
            <a:r>
              <a:rPr sz="2000">
                <a:solidFill>
                  <a:srgbClr val="373737"/>
                </a:solidFill>
                <a:latin typeface="Arial"/>
              </a:rPr>
              <a:t> — Clear view of flow execution and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3950000"/>
            <a:ext cx="7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57"/>
                </a:solidFill>
                <a:latin typeface="Arial"/>
              </a:rPr>
              <a:t>•  </a:t>
            </a:r>
            <a:r>
              <a:rPr sz="2000" b="1">
                <a:solidFill>
                  <a:srgbClr val="1F3957"/>
                </a:solidFill>
                <a:latin typeface="Arial"/>
              </a:rPr>
              <a:t>Easier monitoring</a:t>
            </a:r>
            <a:r>
              <a:rPr sz="2000">
                <a:solidFill>
                  <a:srgbClr val="373737"/>
                </a:solidFill>
                <a:latin typeface="Arial"/>
              </a:rPr>
              <a:t> — Logs and failures are easier to follow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50000"/>
            <a:ext cx="9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957"/>
                </a:solidFill>
                <a:latin typeface="Arial"/>
              </a:rPr>
              <a:t>→ From legacy R scripts to modern, monitored and orchestrated ETL pipelines.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heme/theme1.xml><?xml version="1.0" encoding="utf-8"?>
<a:theme xmlns:a="http://schemas.openxmlformats.org/drawingml/2006/main" name="X-FAB-2021">
  <a:themeElements>
    <a:clrScheme name="X-FAB 2021">
      <a:dk1>
        <a:srgbClr val="000000"/>
      </a:dk1>
      <a:lt1>
        <a:srgbClr val="FFFFFF"/>
      </a:lt1>
      <a:dk2>
        <a:srgbClr val="005B75"/>
      </a:dk2>
      <a:lt2>
        <a:srgbClr val="D9D9D9"/>
      </a:lt2>
      <a:accent1>
        <a:srgbClr val="EF783D"/>
      </a:accent1>
      <a:accent2>
        <a:srgbClr val="007A9D"/>
      </a:accent2>
      <a:accent3>
        <a:srgbClr val="FDB597"/>
      </a:accent3>
      <a:accent4>
        <a:srgbClr val="43B1CD"/>
      </a:accent4>
      <a:accent5>
        <a:srgbClr val="003D4E"/>
      </a:accent5>
      <a:accent6>
        <a:srgbClr val="8C4123"/>
      </a:accent6>
      <a:hlink>
        <a:srgbClr val="003D4E"/>
      </a:hlink>
      <a:folHlink>
        <a:srgbClr val="007A9D"/>
      </a:folHlink>
    </a:clrScheme>
    <a:fontScheme name="X-FAB 202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-FAB-2021" id="{AE911D1E-E94D-4AEE-A49F-80557E3939FF}" vid="{C8D2B0AB-41A8-499F-A229-C6B1BBBAD5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27</Words>
  <Application>Microsoft Office PowerPoint</Application>
  <PresentationFormat>Personnalisé</PresentationFormat>
  <Paragraphs>12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Verdana</vt:lpstr>
      <vt:lpstr>Wingdings 3</vt:lpstr>
      <vt:lpstr>X-FAB-2021</vt:lpstr>
      <vt:lpstr>Présentation PowerPoint</vt:lpstr>
      <vt:lpstr>Présentation PowerPoint</vt:lpstr>
      <vt:lpstr>Presentation </vt:lpstr>
      <vt:lpstr>Présentation PowerPoint</vt:lpstr>
    </vt:vector>
  </TitlesOfParts>
  <Manager/>
  <Company>X-FAB France</Company>
  <LinksUpToDate>false</LinksUpToDate>
  <SharedDoc>false</SharedDoc>
  <HyperlinkBase>www.xfab.com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Su</dc:creator>
  <cp:lastModifiedBy>Kevin Su</cp:lastModifiedBy>
  <cp:revision>1</cp:revision>
  <dcterms:created xsi:type="dcterms:W3CDTF">2026-09-18T08:18:34Z</dcterms:created>
  <dcterms:modified xsi:type="dcterms:W3CDTF">2026-09-18T11:29:06Z</dcterms:modified>
</cp:coreProperties>
</file>