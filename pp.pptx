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e5afb9db684289" /><Relationship Type="http://schemas.openxmlformats.org/officeDocument/2006/relationships/extended-properties" Target="/docProps/app.xml" Id="R10f8e5dc45cc48e6" /><Relationship Type="http://schemas.openxmlformats.org/officeDocument/2006/relationships/officeDocument" Target="/ppt/presentation.xml" Id="Rc9e5205fb5294d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97d6bd7e8f4c42"/>
  </p:sldMasterIdLst>
  <p:notesMasterIdLst>
    <p:notesMasterId xmlns:r="http://schemas.openxmlformats.org/officeDocument/2006/relationships" r:id="R0e2b894aa8a645d3"/>
  </p:notesMasterIdLst>
  <p:sldIdLst>
    <p:sldId xmlns:r="http://schemas.openxmlformats.org/officeDocument/2006/relationships" id="256" r:id="Rf0dd9f7b8a64441e"/>
    <p:sldId xmlns:r="http://schemas.openxmlformats.org/officeDocument/2006/relationships" id="257" r:id="R8e50eaaa5e5a438d"/>
    <p:sldId xmlns:r="http://schemas.openxmlformats.org/officeDocument/2006/relationships" id="258" r:id="R0624b67c847d4a1d"/>
    <p:sldId xmlns:r="http://schemas.openxmlformats.org/officeDocument/2006/relationships" id="259" r:id="R4ea4ecad69dc4d8c"/>
    <p:sldId xmlns:r="http://schemas.openxmlformats.org/officeDocument/2006/relationships" id="260" r:id="Rc2f1a501ebb447f9"/>
    <p:sldId xmlns:r="http://schemas.openxmlformats.org/officeDocument/2006/relationships" id="261" r:id="Rd7cfae04d4cd447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0e7275002247f7" /><Relationship Type="http://schemas.openxmlformats.org/officeDocument/2006/relationships/slideMaster" Target="/ppt/slideMasters/slideMaster1.xml" Id="Rbf97d6bd7e8f4c42" /><Relationship Type="http://schemas.openxmlformats.org/officeDocument/2006/relationships/notesMaster" Target="/ppt/notesMasters/notesMaster1.xml" Id="R0e2b894aa8a645d3" /><Relationship Type="http://schemas.openxmlformats.org/officeDocument/2006/relationships/presProps" Target="/ppt/presProps.xml" Id="Rdc470effed05432b" /><Relationship Type="http://schemas.openxmlformats.org/officeDocument/2006/relationships/viewProps" Target="/ppt/viewProps.xml" Id="R36c4dc24420f4fdc" /><Relationship Type="http://schemas.openxmlformats.org/officeDocument/2006/relationships/tableStyles" Target="/ppt/tableStyles.xml" Id="R71054731a9f242e6" /><Relationship Type="http://schemas.openxmlformats.org/officeDocument/2006/relationships/slide" Target="/ppt/slides/slide1.xml" Id="Rf0dd9f7b8a64441e" /><Relationship Type="http://schemas.openxmlformats.org/officeDocument/2006/relationships/slide" Target="/ppt/slides/slide2.xml" Id="R8e50eaaa5e5a438d" /><Relationship Type="http://schemas.openxmlformats.org/officeDocument/2006/relationships/slide" Target="/ppt/slides/slide3.xml" Id="R0624b67c847d4a1d" /><Relationship Type="http://schemas.openxmlformats.org/officeDocument/2006/relationships/slide" Target="/ppt/slides/slide4.xml" Id="R4ea4ecad69dc4d8c" /><Relationship Type="http://schemas.openxmlformats.org/officeDocument/2006/relationships/slide" Target="/ppt/slides/slide5.xml" Id="Rc2f1a501ebb447f9" /><Relationship Type="http://schemas.openxmlformats.org/officeDocument/2006/relationships/slide" Target="/ppt/slides/slide6.xml" Id="Rd7cfae04d4cd44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d5885663b342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5f8232431b447b" /><Relationship Type="http://schemas.openxmlformats.org/officeDocument/2006/relationships/notesMaster" Target="/ppt/notesMasters/notesMaster1.xml" Id="R64afa98714c44d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a7c9a7caad4bed" /><Relationship Type="http://schemas.openxmlformats.org/officeDocument/2006/relationships/notesMaster" Target="/ppt/notesMasters/notesMaster1.xml" Id="Re6566f7d6d1a48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124eb98b9c446b" /><Relationship Type="http://schemas.openxmlformats.org/officeDocument/2006/relationships/notesMaster" Target="/ppt/notesMasters/notesMaster1.xml" Id="R349a0d44cf1b4a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dd2acca16948af" /><Relationship Type="http://schemas.openxmlformats.org/officeDocument/2006/relationships/notesMaster" Target="/ppt/notesMasters/notesMaster1.xml" Id="Rabf0f972fd1e46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fbb2660ad84e71" /><Relationship Type="http://schemas.openxmlformats.org/officeDocument/2006/relationships/notesMaster" Target="/ppt/notesMasters/notesMaster1.xml" Id="R1d9335ca587d4d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f306c06a5e47a8" /><Relationship Type="http://schemas.openxmlformats.org/officeDocument/2006/relationships/notesMaster" Target="/ppt/notesMasters/notesMaster1.xml" Id="R9b8dd93f16cd45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17f6fa43e14a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3df860f31a4372" /><Relationship Type="http://schemas.openxmlformats.org/officeDocument/2006/relationships/slideLayout" Target="/ppt/slideLayouts/slideLayout1.xml" Id="R1ff2fc279db14e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f2fc279db14e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5aba104184e18" /><Relationship Type="http://schemas.openxmlformats.org/officeDocument/2006/relationships/notesSlide" Target="/ppt/notesSlides/notesSlide1.xml" Id="R6863b620e8ae48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05de78cdf4860" /><Relationship Type="http://schemas.openxmlformats.org/officeDocument/2006/relationships/notesSlide" Target="/ppt/notesSlides/notesSlide2.xml" Id="R5cf207aa1c234e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232486a3b43f4" /><Relationship Type="http://schemas.openxmlformats.org/officeDocument/2006/relationships/notesSlide" Target="/ppt/notesSlides/notesSlide3.xml" Id="R19c8f2cad7cd48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2c63ddd20415a" /><Relationship Type="http://schemas.openxmlformats.org/officeDocument/2006/relationships/notesSlide" Target="/ppt/notesSlides/notesSlide4.xml" Id="R75ad8bf5ee6e44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8186b29c34ef0" /><Relationship Type="http://schemas.openxmlformats.org/officeDocument/2006/relationships/notesSlide" Target="/ppt/notesSlides/notesSlide5.xml" Id="R9e83c26483d348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54761578f48bd" /><Relationship Type="http://schemas.openxmlformats.org/officeDocument/2006/relationships/notesSlide" Target="/ppt/notesSlides/notesSlide6.xml" Id="R2ac7509de3cc4db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663EA5-EAEC-4944-9715-9BA2EB39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F8CE6-A13A-40EA-BA82-01023C54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1CCC4116-D4C0-4CAC-8A01-91B478C2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7980927A-7758-48FD-9A44-25AAADED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RÉUNION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42153-0E52-4DF7-BDAB-3840CD7F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524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Aligner les décisions IT qui débloquent les ETL.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30AF0-A546-4A8B-8FF1-945B73FE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Objectif : sortir de la réunion avec un feu vert opérationnel, une cible d’orchestration claire et une lecture partagée de la mise en production.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0A74C-4B5B-45C2-B345-74E2E89B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3"/>
          </a:solidFill>
          <a:ln xmlns:a="http://schemas.openxmlformats.org/drawingml/2006/main" w="11430">
            <a:solidFill>
              <a:srgbClr val="2E7D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F0AFF-162C-4A76-B935-AF4CA9CF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Feu vert cleaning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911CF-AE4B-43A6-B77D-E2A40700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05150"/>
            <a:ext cx="2228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5"/>
          </a:solidFill>
          <a:ln xmlns:a="http://schemas.openxmlformats.org/drawingml/2006/main" w="11430">
            <a:solidFill>
              <a:srgbClr val="2F6FA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D1892-B2D8-4121-BE73-CE82D558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FA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AD"/>
                </a:solidFill>
                <a:latin typeface="Aptos"/>
                <a:ea typeface="Aptos"/>
                <a:cs typeface="Aptos"/>
              </a:rPr>
              <a:t>Prefect orchestration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4D0E0-9887-401A-90AB-9782D877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05150"/>
            <a:ext cx="2247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1CF"/>
          </a:solidFill>
          <a:ln xmlns:a="http://schemas.openxmlformats.org/drawingml/2006/main" w="11430">
            <a:solidFill>
              <a:srgbClr val="C979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6B0F7-F567-40DF-A272-8EE06F3C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71825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79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9792B"/>
                </a:solidFill>
                <a:latin typeface="Aptos"/>
                <a:ea typeface="Aptos"/>
                <a:cs typeface="Aptos"/>
              </a:rPr>
              <a:t>Go-live ETL Python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C6020-13A9-4415-B002-C5C81C0D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78105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A25C4-9FF8-45C6-A673-5046B523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7810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4BD18-F1F9-448A-83CC-35A328AE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1440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Décider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DB745-F8E3-4908-AA88-7D3C2FD1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38250"/>
            <a:ext cx="2533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Valider la retouche du programme cleaning et choisir le créneau d’intervention.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8AEC50-2106-4EB5-92D1-0C9EE531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6A0B4-EB7D-4452-9581-B97820AE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191FA-ABAD-4B96-93D0-1D609342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288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Comprendre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C40406-458F-4283-B179-F3FC7774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2533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Présenter Prefect comme outil de planification, supervision et relance des ETL.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5DB0C9-233A-43DC-B826-E071A533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0995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286871-01D4-432B-A761-2EEF1CC8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099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848067-9A5A-404C-AF91-67F67C0F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Arbitrer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86E0C0-37B1-4E5C-AC39-46E001BD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67150"/>
            <a:ext cx="2533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Partager l’état d’avancement et lever les derniers points de mise en production.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354462-B2CA-4695-92F3-17322C14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693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BC4928-F40D-4430-BFD9-4F03EDB2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6400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Sortie attendue : qui fait quoi, pour quand, et sur quel créneau.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28FA3C-BD95-454E-87D8-2CA00EDC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601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8F1541-3B86-4768-A91D-7512B1A4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Point IT - ETL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EACAEB-63A6-43E9-B4CF-FE2D5B56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008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205189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8AFD82-ECED-4D55-8884-39A3387D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D28DF-7FB2-4361-9038-988F84C7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FC2AA038-945E-43EE-AB78-4F46B5F0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1D45B0DE-9D0C-405B-9A2E-C4E574DB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SUJET 1 - CLEANING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9EBF7-0B12-40C6-8D23-8BA3D3FB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38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La retouche du programme cleaning doit être validée avec un créneau précis.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73D28-4B0A-4DDF-A152-A53D0BAC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790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Décision demandée à l’IT : confirmer le feu vert, fixer le jour, puis choisir le moment d’intervention le moins risqué.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C7032-B506-4702-A20F-A646FF3C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7681"/>
                </a:solidFill>
                <a:latin typeface="Aptos"/>
                <a:ea typeface="Aptos"/>
                <a:cs typeface="Aptos"/>
              </a:rPr>
              <a:t>Créneau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5CBFD-9556-49A4-BF8E-264208E9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146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7681"/>
                </a:solidFill>
                <a:latin typeface="Aptos"/>
                <a:ea typeface="Aptos"/>
                <a:cs typeface="Aptos"/>
              </a:rPr>
              <a:t>Impact attendu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830C1-BCA4-48AB-BF70-E7C3F63A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14650"/>
            <a:ext cx="426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7681"/>
                </a:solidFill>
                <a:latin typeface="Aptos"/>
                <a:ea typeface="Aptos"/>
                <a:cs typeface="Aptos"/>
              </a:rPr>
              <a:t>Point IT à confirmer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889A5-43CB-4638-A6A0-2A9309EC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3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658B8-CF8F-4339-AFB7-91007F89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Matinée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6F840-1CE2-40D5-8A0A-8CB96E25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6710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Fenêtre utile si l’équipe support est disponible dès le début de journée.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905F4-68FB-4C98-BAB5-E8EFCFF6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48050"/>
            <a:ext cx="4267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Valider absence de traitements critiques et capacité de rollback.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DC5B4-B0EC-4733-954E-B3929677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43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3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8774D-0F50-435F-8674-1024FF27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Après-midi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F2E13-C931-40E7-97F9-02A2B11A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Créneau équilibré pour analyse post-intervention avant la fin de journée.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98389-4C52-4A39-8108-735E9CFC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67200"/>
            <a:ext cx="4267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Confirmer disponibilité applicative et supervision pendant les tests.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C130B2-9382-40B7-83D0-E6891DF4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43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E570C-D473-45D7-868E-BEA11C53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Soirée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C815F-FD86-4FC9-815F-DB405D7E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0540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Option si l’impact métier doit être minimisé hors horaires principaux.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B01732-F206-4522-8A0C-7917B54A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86350"/>
            <a:ext cx="4267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Confirmer astreinte, monitoring et procédure de validation le lendemain.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4EE878-FBE0-4178-BB7E-8D0B64E8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439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648F38-F970-4F89-93FD-BECB5BEA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F41C3F-F795-4FBF-99E9-D4C73E81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76925"/>
            <a:ext cx="988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À obtenir en réunion : feu vert + jour exact + créneau retenu + responsable de validation après retouche.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3235F2-3ECD-4B8A-A574-8D21FB73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601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8551CD-1006-4668-900C-E0016C37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Point IT - ETL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8858CE-BC32-412D-977E-E1576EFE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008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038440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941E3E-9E07-42B9-A9F1-2A648143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E4BE5-722D-4F69-B993-3B37F514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DEBB01A8-BDB8-4DC2-8BF4-853D4C4A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2032FA41-3F9D-4B9E-B8AD-753CF05B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A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AD"/>
                </a:solidFill>
                <a:latin typeface="Aptos"/>
                <a:ea typeface="Aptos"/>
                <a:cs typeface="Aptos"/>
              </a:rPr>
              <a:t>SUJET 2 - PREFECT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36BC3-B612-45D2-8DDE-C8209370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096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Prefect centralise la planification, les relances et la visibilité des ETL.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CDF5F-9574-4384-A8F2-C487467D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790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Message à passer : l’outil ne remplace pas le code ETL ; il encadre son exécution, ses incidents et son historique.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905DD-1F8C-4582-BF0B-AE86D450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F6FA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0F8FA-4D35-4844-A76F-20F139E9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562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6CF02-E428-488F-A855-1BC7C473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FA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F6FA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5F0DD-7347-4837-8D6F-D8A49F5A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Planifier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5D634-78EC-4E08-A0CD-998163F9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Déclencher les flows selon calendrier ou événement.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644B0-5D6F-46B2-BF5B-AF3AEC82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528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E7D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FDC49-522D-4E76-A9F2-20F30812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52800"/>
            <a:ext cx="1562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CBF86-6DCD-4613-96BF-C897CB32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814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2FC92-C0D8-4EFD-837E-F6276F7E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623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Exécuter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E13895-52AA-4CC0-8B7A-9C60E818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9433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Lancer les scripts Python avec paramètres contrôlés.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57019A-1C55-4FC7-A0AC-03D69B5F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528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9792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81E2C-8385-492D-8ADC-72D87827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52800"/>
            <a:ext cx="1562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3CC8D-1890-4DF4-B79D-20443BFC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814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979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C979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03F83B-0F76-4829-9F56-BDB672A0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623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Surveiller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78EB02-7F47-4101-8AE5-8BE531C8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433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Suivre les états : succès, échec, retard, annulé.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044FC4-EC15-421F-89CC-F220EC0F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528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4A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98ADAC-A5BE-4278-9FE4-30DC2A71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52800"/>
            <a:ext cx="1562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CD5D1A-FE7C-418B-9539-4D6C1958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814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4C13E5-2F21-41A3-9E2F-5C4E3F26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623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Relancer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C82885-92E2-4778-AE10-CE9CDCFD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433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Automatiser retry, reprise et notification.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E9C1F6-E25B-4959-81D5-77939132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5280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F293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26B177-E8E8-4EB8-A86F-E6062E6E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52800"/>
            <a:ext cx="1562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7FCE21-944D-4AA8-987C-F9B0905D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814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FDACA4-F93E-418E-AC13-62FE820E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623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Historiser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E49F74-3D2B-4975-BA5F-77A3DF96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433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Garder logs, durées, erreurs et preuves d’exécution.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BB5322-0870-435C-B81F-459986A9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67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526740-6C7E-48DA-B45D-222E26CD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10000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E06BE3-F214-474B-8B89-09E886A8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67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1154D3-8A53-4063-B2B2-B736B507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10000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DC3677-1DB0-4B35-BA88-A1FE8F17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E2ADBE-2C32-42AC-90B7-EE5E6251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10000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4AA39D-2DAD-48F2-8702-704B694F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67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FA49FA-B76A-49AE-951F-D493E916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10000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4889E9-2C31-4FC7-AA5A-8AE72301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098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5"/>
          </a:solidFill>
          <a:ln xmlns:a="http://schemas.openxmlformats.org/drawingml/2006/main" w="9525">
            <a:solidFill>
              <a:srgbClr val="2F6FA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9BE2AF-230D-4F8E-B4A4-F27E5C87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86050"/>
            <a:ext cx="811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FA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AD"/>
                </a:solidFill>
                <a:latin typeface="Aptos"/>
                <a:ea typeface="Aptos"/>
                <a:cs typeface="Aptos"/>
              </a:rPr>
              <a:t>Control plane Prefect : un endroit commun pour voir ce qui tourne, ce qui échoue et ce qui doit être relancé.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29D981-F1F3-4541-89F0-2B79E24A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29200"/>
            <a:ext cx="902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Questions IT : environnement d’hébergement, accès, monitoring, notifications, conservation des logs.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BB70FB-7F2E-4DBD-8B8C-75F4987B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601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3B829B-92C9-4196-BC51-A0AC3A95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Point IT - ETL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161F67-FAC6-4245-8637-3DE34A88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008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0708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C62E00-E413-4629-A887-5FF17624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AB5ED-A808-4614-9F96-82D92ADF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1F1E7E98-68C4-4D43-944E-AAF64416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6871DE1C-DBA8-4F4D-9C42-AF6EF67F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A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AD"/>
                </a:solidFill>
                <a:latin typeface="Aptos"/>
                <a:ea typeface="Aptos"/>
                <a:cs typeface="Aptos"/>
              </a:rPr>
              <a:t>MODE OPÉRATOIRE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D1835-4836-4B15-8116-7895CFEA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096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L’orchestration rend les incidents ETL visibles et traitables.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FA4B5-A2C7-4C51-A00C-947BD326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828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L’intérêt principal pour l’IT : réduire les interventions manuelles floues et standardiser le cycle incident → correction → relance.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D474B-96E0-42CB-965C-EB17A9CE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9C353-40AC-4A5F-9EA7-72358B06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0510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Avec Prefect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A267D-7A09-42F4-B214-FC21FD1B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57500"/>
            <a:ext cx="14288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93DBD-1187-4AD0-ACC7-4F0DA7D1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9D6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C16A0-2061-45ED-974B-503E3C33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B58F66-9C9A-4D5D-81F1-B768BBD7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415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Détection tardive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6E23C4-D80E-4D6B-B049-967F47E2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415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Erreur découverte après coup ou via contrôle manuel.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9FCB6-307C-4D58-B6EE-DF079592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32FBA-7CFB-412D-BEE8-3C6B4231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49855A-ED1B-4807-81A7-1F6C3C1F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415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Relance ad hoc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01EF8C-DB91-420A-819E-0DACC875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95800"/>
            <a:ext cx="415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Relancer suppose de retrouver logs, paramètres et dépendances.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F2002A-8279-4D33-84B4-7770A424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D3B0B6-8764-473C-B09C-599930EA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B1A6C3-5B10-478B-BAFE-EBD3932E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67300"/>
            <a:ext cx="415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Historique dispersé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5DBAB6-4E05-4AD3-A973-080EF289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415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Preuve d’exécution et analyse incident difficiles à consolider.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CD84B8-3904-4A87-815A-3DC5B5CF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432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3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1BFD4-0BC4-4831-9FA0-5104BF9C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4325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18FE5C-D95C-4CF4-A495-9E98B352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76600"/>
            <a:ext cx="415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État visible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237970-B31E-4394-A798-37305F77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0450"/>
            <a:ext cx="415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Chaque exécution expose un statut, une durée et un contexte.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404803-0918-4527-A432-E07B058C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3860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E2B421-A1CF-4045-80A2-D901260F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386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F0052C-887C-4E18-9F4D-FAB81D75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71950"/>
            <a:ext cx="415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Retry maîtrisé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30DF6A-D370-4A4C-B721-1CF27DF4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95800"/>
            <a:ext cx="415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Relances configurées, reprises tracées, erreurs qualifiées.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0F33BD-E068-4A87-BB74-92F35F3F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339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EB3EA7-B17A-439B-B0E3-78479ADD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3395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11FA29-00DA-4DD6-BB98-625AF5E4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67300"/>
            <a:ext cx="415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Historique exploitable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D8D451-42A6-45D7-AC5F-49C7EBFD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91150"/>
            <a:ext cx="415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Logs, dates, paramètres et résultats disponibles au même endroit.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94950A-BAF0-4C53-B739-32B6B5FB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601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292A71-8607-4C4D-84EA-3167E491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Point IT - ETL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A5F91F-DBE0-44FC-BFDF-E356F63B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008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88300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6F0993-9A33-48CB-AB84-1EF588E3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B4B21-D6CC-4906-8EB7-54D02DAF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7DF5A1C0-53DB-4368-970F-9542CC8B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07704CAB-3AEB-496A-8596-4689E5FF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79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792B"/>
                </a:solidFill>
                <a:latin typeface="Aptos"/>
                <a:ea typeface="Aptos"/>
                <a:cs typeface="Aptos"/>
              </a:rPr>
              <a:t>SUJET 3 - MISE EN 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0D29D-01DA-40D8-87AB-6FF1B8C0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La mise en prod des ETL Python doit être pilotée comme une release.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59D49-38A5-4AE3-AAAA-56CA9E27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800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À présenter : ce qui est prêt, ce qui reste à sécuriser, et ce que l’IT doit valider pour passer en production.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4DF64-D180-4419-9737-61041E3D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3812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5"/>
          </a:solidFill>
          <a:ln xmlns:a="http://schemas.openxmlformats.org/drawingml/2006/main" w="11430">
            <a:solidFill>
              <a:srgbClr val="2F6FA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78983-64EA-4C60-89D1-390FE4AC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Code ETL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E63F81-D0B8-46B4-A895-F29DB12E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A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FAD"/>
                </a:solidFill>
                <a:latin typeface="Aptos"/>
                <a:ea typeface="Aptos"/>
                <a:cs typeface="Aptos"/>
              </a:rPr>
              <a:t>À confirmer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22A45-DEB5-4AA0-904B-0E7AA1E0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200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63A6E-C433-4D2F-9E2F-A32021B3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Scripts Python, paramètres, dépendances et packaging.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F6E7A-F32B-48F4-A6D7-4CE53E8A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67050"/>
            <a:ext cx="23812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1CF"/>
          </a:solidFill>
          <a:ln xmlns:a="http://schemas.openxmlformats.org/drawingml/2006/main" w="11430">
            <a:solidFill>
              <a:srgbClr val="C979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D855D-51E3-4CE8-91DD-70F0B519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766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Environnements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C12DC6-D460-4E47-B870-6F241424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338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79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792B"/>
                </a:solidFill>
                <a:latin typeface="Aptos"/>
                <a:ea typeface="Aptos"/>
                <a:cs typeface="Aptos"/>
              </a:rPr>
              <a:t>En validation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CFE00-7354-4AC5-B2A4-3400AEA1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29100"/>
            <a:ext cx="200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CBEC9-2114-4545-8A5B-E0F63BCE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386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Accès, variables, droits fichiers, connexions et secrets.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E4D93-FDB8-4EF9-B04C-59A1F949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67050"/>
            <a:ext cx="23812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3"/>
          </a:solidFill>
          <a:ln xmlns:a="http://schemas.openxmlformats.org/drawingml/2006/main" w="11430">
            <a:solidFill>
              <a:srgbClr val="2E7D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E799AF-6723-476C-ACE6-AABD3619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766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Supervision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DA90B-0538-4531-92D5-682EEAE6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338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À cadrer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C8E19-48D6-4D78-A7F9-6007D262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29100"/>
            <a:ext cx="200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4078DB-1328-4BB3-AF1C-284031D2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386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Logs, alertes, retry, historique et tableau de suivi.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D3512C-7A90-4132-B4CF-125B66A0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67050"/>
            <a:ext cx="23812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9D6"/>
          </a:solidFill>
          <a:ln xmlns:a="http://schemas.openxmlformats.org/drawingml/2006/main" w="11430">
            <a:solidFill>
              <a:srgbClr val="B94A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7B372D-4D7C-41D4-B95B-525B1C92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766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Go-live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661579-16DE-40CC-B697-300449CD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338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Dépend du feu vert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DDC9CD-BB2C-4F07-AC01-148A1389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29100"/>
            <a:ext cx="2000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9148D8-F0A6-44DC-B7A4-0653A2F6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386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Date cible, rollback, support post-déploiement et critères de succès.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6D1880-3332-4CF8-B7F7-FF6061A0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43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414C4D-9C37-4253-9D4F-723C2C07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994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Décision attendue : valider la checklist de prod et identifier les points bloquants restants.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0DB430-A87C-46EB-9E35-FD23E7E3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601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6CEA9F-B0E8-405B-8EBE-A06F5BA0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Point IT - ETL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1AF5F6-6740-4520-8ACB-BDAAAFE3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008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286174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4268A3-4B66-4DFD-9F67-F34E3E70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1B9EA-C617-43ED-A81A-E838B14C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0C0E97D8-C202-4D62-B160-F5133F54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117D565E-BE64-443A-B076-AC2BCAED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CLÔTURE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05B63-93DB-4673-AFFB-B07CB9FA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096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On termine avec des décisions nommées, datées et actionnables.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7D231-EF1D-4E83-BF78-2DC5F807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La slide à afficher en fin de réunion pour capturer les arbitrages et éviter les zones grises.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B1798-1D93-4968-BE8C-32498013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914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381AF-FD51-40E1-ACBF-24BE308E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0375"/>
            <a:ext cx="2686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Décision /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073AE-A395-4EEC-84BC-1D135D99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956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036C1-ACB6-45E1-B850-7A755832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0375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Responsable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E5425-CC30-40E2-A965-A15CAD51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956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CD98F-1AB5-4875-A9B5-C90ADF91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0375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Échéance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F21672-B81A-4104-AAB8-E50D2F91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956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A2229-25E1-4886-8431-A6BC9574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Statut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100E4-2E86-43B4-99EB-CC9EB153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9560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EC882-47D9-4E41-9518-8AD7F629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0037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Commentaire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601A6A-C6E6-4D81-860E-E5D40DBF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914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71B34B-1DE4-4B01-937D-8C5F3743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Feu vert retouche cleaning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95E73-CD3C-4691-A14C-A1999782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956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EE8061-5B73-44CB-AE88-6D79E698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995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IT /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9B22AA-EF0C-49B0-95A4-A65D1B2E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95650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22BE51-5CB8-443E-AA74-35A6E77C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99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Jour + créneau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E38A5-44B3-4153-AB97-D527B820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95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0A6900-BD45-45D4-BB40-6345D878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0995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À décider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2BDBB2-6D69-4177-BB8E-F89514A1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9565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E75FAD-9F06-4F69-97C5-445A00B0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099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Matinée / après-midi / soirée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BE4495-F887-4B1C-BE9C-186209CB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914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75CE6A-91C8-4973-A969-BEFD639A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Validation cible Prefect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BEF3FD-6F3C-4D68-A10B-D3163E3A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481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0E70EC-5B85-4314-8EB5-13D1F73A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624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D4A77A-8CB9-4713-BED9-46D22E9C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48100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3C5396-A575-427B-AA04-9FAEA0FC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Après réunion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2FB318-CB6C-4CAD-9527-58313666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481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583877-15DF-43D3-87EF-A5172D8F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624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79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9792B"/>
                </a:solidFill>
                <a:latin typeface="Aptos"/>
                <a:ea typeface="Aptos"/>
                <a:cs typeface="Aptos"/>
              </a:rPr>
              <a:t>À cadrer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10E5BD-EC3C-4C83-8E02-61823CCE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4810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8FD5C7-77BD-4BB9-9179-C5E35A8D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9624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Environnement, accès, logs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8EED4A-FD51-4CB7-B9BD-A0CB1413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914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F5E8BF-04BA-410A-8054-5D4673B2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Checklist mise en prod ETL Python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5D0676-20E2-43A8-B8A6-8BF2F5F0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00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F71048-F733-418D-93F2-D705D4DE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1485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Data + 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49AA4C-7436-4CA0-AABA-BB084FED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00550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F24521-24A0-495A-9018-77AD0851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Date cible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478ADC-2872-485F-984B-865AE40F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00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08612D-3E39-4C7A-906A-512A9102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1485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79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9792B"/>
                </a:solidFill>
                <a:latin typeface="Aptos"/>
                <a:ea typeface="Aptos"/>
                <a:cs typeface="Aptos"/>
              </a:rPr>
              <a:t>À compléter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FAF866-3748-4399-A403-099CCDD1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0055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084D76-D221-41C6-B14D-F89F86F2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5148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Bloquants et dépendances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F54EE1-E4DB-409B-9484-FBEDC33F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914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90A521-5D75-48A7-A5C9-117A6CE0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Plan de support post-prod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A770C6-ED64-4AE8-A17A-9D6DC5AD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53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0FF7AA-0B89-45AF-8C74-C2C500C2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673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IT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D541DC-8810-4E0A-81D7-D737896A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53000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9A9BC25-1C79-44FE-8B50-18A3DE3C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673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Go-live + J+1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D3DAFFC-08C0-4A44-90F7-F2952C72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53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9BC31C-004E-40EB-BE4F-FA4F92E0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673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79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9792B"/>
                </a:solidFill>
                <a:latin typeface="Aptos"/>
                <a:ea typeface="Aptos"/>
                <a:cs typeface="Aptos"/>
              </a:rPr>
              <a:t>À confirmer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018825-F05F-4CDF-8573-F5543BE0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95300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1A6187-0734-4E84-AD88-50DECB83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0673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Monitoring et rollback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108CCC-3C38-42D0-BB25-4AF4256C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43550"/>
            <a:ext cx="956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Prochaine étape proposée : envoyer le compte-rendu avec les décisions et la date retenue dans la foulée.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CA32BE-9927-4888-9A1D-DDACEABA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601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CD6600-F667-4F94-A260-8C191449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768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E7681"/>
                </a:solidFill>
                <a:latin typeface="Aptos"/>
                <a:ea typeface="Aptos"/>
                <a:cs typeface="Aptos"/>
              </a:rPr>
              <a:t>Point IT - ETL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E3332FD-9155-440F-82C4-47971CD2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008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000076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2026-08-21T07:35:47.0060000Z</dcterms:created>
  <dcterms:modified xsi:type="dcterms:W3CDTF">2026-08-21T07:35:47.0060000Z</dcterms:modified>
</coreProperties>
</file>