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Cliquez pour déplacer la diapo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fr-FR" sz="2000" spc="-1" strike="noStrike">
                <a:latin typeface="Arial"/>
              </a:rPr>
              <a:t>Cliquez pour modifier le format des notes</a:t>
            </a:r>
            <a:endParaRPr b="0" lang="fr-FR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fr-FR" sz="1400" spc="-1" strike="noStrike">
                <a:latin typeface="Times New Roman"/>
              </a:rPr>
              <a:t>&lt;en-tête&gt;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algn="r">
              <a:buNone/>
            </a:pPr>
            <a:fld id="{2D575C5D-215F-48CB-9531-F18778AD7F78}" type="slidenum">
              <a:rPr b="0" lang="fr-FR" sz="1400" spc="-1" strike="noStrike">
                <a:latin typeface="Times New Roman"/>
              </a:rPr>
              <a:t>&lt;numéro&gt;</a:t>
            </a:fld>
            <a:endParaRPr b="0" lang="fr-FR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fr-FR" sz="24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fr-FR" sz="2000" spc="-1" strike="noStrike"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sldNum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fr-FR" sz="2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Cliquez pour éditer le format du texte-titre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Cliquez pour éditer le format du plan de texte</a:t>
            </a: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Second niveau de plan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Troisième niveau de plan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Quatrième niveau de plan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Cinquième niveau de plan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Sixième niveau de plan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Septième niveau de plan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kicker-1-marker"/>
          <p:cNvSpPr/>
          <p:nvPr/>
        </p:nvSpPr>
        <p:spPr>
          <a:xfrm>
            <a:off x="552600" y="447840"/>
            <a:ext cx="266400" cy="5688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kicker-1-label"/>
          <p:cNvSpPr/>
          <p:nvPr/>
        </p:nvSpPr>
        <p:spPr>
          <a:xfrm>
            <a:off x="933480" y="333360"/>
            <a:ext cx="342864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80" spc="-1" strike="noStrike">
                <a:solidFill>
                  <a:srgbClr val="5e6872"/>
                </a:solidFill>
                <a:latin typeface="Aptos"/>
                <a:ea typeface="Aptos"/>
              </a:rPr>
              <a:t>OBJECTIF</a:t>
            </a:r>
            <a:endParaRPr b="0" lang="fr-FR" sz="980" spc="-1" strike="noStrike"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552600" y="1104840"/>
            <a:ext cx="9334080" cy="72360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50" spc="-1" strike="noStrike">
                <a:solidFill>
                  <a:srgbClr val="17212b"/>
                </a:solidFill>
                <a:latin typeface="Aptos Display"/>
                <a:ea typeface="Aptos Display"/>
              </a:rPr>
              <a:t>Déploiement des programmes Python</a:t>
            </a:r>
            <a:endParaRPr b="0" lang="fr-FR" sz="3450" spc="-1" strike="noStrike"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590400" y="2057400"/>
            <a:ext cx="8096040" cy="66636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5e6872"/>
                </a:solidFill>
                <a:latin typeface="Aptos"/>
                <a:ea typeface="Aptos"/>
              </a:rPr>
              <a:t>Un script shell unique, pydeploy.sh, automatise la récupération du dépôt GitLab et la préparation des fichiers Docker.</a:t>
            </a:r>
            <a:endParaRPr b="0" lang="fr-FR" sz="1800" spc="-1" strike="noStrike"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590400" y="3276720"/>
            <a:ext cx="2476080" cy="704520"/>
          </a:xfrm>
          <a:prstGeom prst="rect">
            <a:avLst/>
          </a:prstGeom>
          <a:solidFill>
            <a:srgbClr val="e7eeff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"/>
          <p:cNvSpPr/>
          <p:nvPr/>
        </p:nvSpPr>
        <p:spPr>
          <a:xfrm>
            <a:off x="762120" y="3352680"/>
            <a:ext cx="2133360" cy="57132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50" spc="-1" strike="noStrike">
                <a:solidFill>
                  <a:srgbClr val="246bfe"/>
                </a:solidFill>
                <a:latin typeface="Aptos"/>
                <a:ea typeface="Aptos"/>
              </a:rPr>
              <a:t>pydeploy.sh</a:t>
            </a:r>
            <a:endParaRPr b="0" lang="fr-FR" sz="1950" spc="-1" strike="noStrike"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3448080" y="3276720"/>
            <a:ext cx="2857320" cy="704520"/>
          </a:xfrm>
          <a:prstGeom prst="rect">
            <a:avLst/>
          </a:prstGeom>
          <a:solidFill>
            <a:srgbClr val="e3f3ea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"/>
          <p:cNvSpPr/>
          <p:nvPr/>
        </p:nvSpPr>
        <p:spPr>
          <a:xfrm>
            <a:off x="3619440" y="3352680"/>
            <a:ext cx="2514240" cy="57132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168a62"/>
                </a:solidFill>
                <a:latin typeface="Aptos"/>
                <a:ea typeface="Aptos"/>
              </a:rPr>
              <a:t>/it/itadm/appli</a:t>
            </a:r>
            <a:endParaRPr b="0" lang="fr-FR" sz="1800" spc="-1" strike="noStrike"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6686640" y="3276720"/>
            <a:ext cx="3428640" cy="704520"/>
          </a:xfrm>
          <a:prstGeom prst="rect">
            <a:avLst/>
          </a:prstGeom>
          <a:solidFill>
            <a:srgbClr val="fff0d6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"/>
          <p:cNvSpPr/>
          <p:nvPr/>
        </p:nvSpPr>
        <p:spPr>
          <a:xfrm>
            <a:off x="6858000" y="3352680"/>
            <a:ext cx="3085920" cy="57132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c27a18"/>
                </a:solidFill>
                <a:latin typeface="Aptos"/>
                <a:ea typeface="Aptos"/>
              </a:rPr>
              <a:t>Dockerfile + Compose</a:t>
            </a:r>
            <a:endParaRPr b="0" lang="fr-FR" sz="1800" spc="-1" strike="noStrike"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590400" y="4781520"/>
            <a:ext cx="7524360" cy="53316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50" spc="-1" strike="noStrike">
                <a:solidFill>
                  <a:srgbClr val="17212b"/>
                </a:solidFill>
                <a:latin typeface="Aptos"/>
                <a:ea typeface="Aptos"/>
              </a:rPr>
              <a:t>But : standardiser les déploiements Python </a:t>
            </a:r>
            <a:endParaRPr b="0" lang="fr-FR" sz="1650" spc="-1" strike="noStrike"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552600" y="6343560"/>
            <a:ext cx="10286640" cy="9000"/>
          </a:xfrm>
          <a:prstGeom prst="rect">
            <a:avLst/>
          </a:prstGeom>
          <a:solidFill>
            <a:srgbClr val="d8d0c4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7" name=""/>
          <p:cNvSpPr/>
          <p:nvPr/>
        </p:nvSpPr>
        <p:spPr>
          <a:xfrm>
            <a:off x="552600" y="6438960"/>
            <a:ext cx="4762080" cy="17100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50" spc="-1" strike="noStrike">
                <a:solidFill>
                  <a:srgbClr val="5e6872"/>
                </a:solidFill>
                <a:latin typeface="Aptos"/>
                <a:ea typeface="Aptos"/>
              </a:rPr>
              <a:t>Déploiement Python avec pydeploy.sh · 01</a:t>
            </a:r>
            <a:endParaRPr b="0" lang="fr-FR" sz="7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kicker-5-marker"/>
          <p:cNvSpPr/>
          <p:nvPr/>
        </p:nvSpPr>
        <p:spPr>
          <a:xfrm>
            <a:off x="552600" y="447840"/>
            <a:ext cx="266400" cy="5688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kicker-5-label"/>
          <p:cNvSpPr/>
          <p:nvPr/>
        </p:nvSpPr>
        <p:spPr>
          <a:xfrm>
            <a:off x="933480" y="333360"/>
            <a:ext cx="342864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80" spc="-1" strike="noStrike">
                <a:solidFill>
                  <a:srgbClr val="5e6872"/>
                </a:solidFill>
                <a:latin typeface="Aptos"/>
                <a:ea typeface="Aptos"/>
              </a:rPr>
              <a:t>RÉCAPITULATIF</a:t>
            </a:r>
            <a:endParaRPr b="0" lang="fr-FR" sz="980" spc="-1" strike="noStrike"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552600" y="781200"/>
            <a:ext cx="8572320" cy="100944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930" spc="-1" strike="noStrike">
                <a:solidFill>
                  <a:srgbClr val="17212b"/>
                </a:solidFill>
                <a:latin typeface="Aptos Display"/>
                <a:ea typeface="Aptos Display"/>
              </a:rPr>
              <a:t>Le modèle cible : un déploiement Python simple, répétable et documenté.</a:t>
            </a:r>
            <a:endParaRPr b="0" lang="fr-FR" sz="293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1066680" y="2266920"/>
            <a:ext cx="10058040" cy="552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"/>
          <p:cNvSpPr/>
          <p:nvPr/>
        </p:nvSpPr>
        <p:spPr>
          <a:xfrm>
            <a:off x="1066680" y="2266920"/>
            <a:ext cx="95040" cy="55224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"/>
          <p:cNvSpPr/>
          <p:nvPr/>
        </p:nvSpPr>
        <p:spPr>
          <a:xfrm>
            <a:off x="1371600" y="2390760"/>
            <a:ext cx="180936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30" spc="-1" strike="noStrike">
                <a:solidFill>
                  <a:srgbClr val="246bfe"/>
                </a:solidFill>
                <a:latin typeface="Aptos"/>
                <a:ea typeface="Aptos"/>
              </a:rPr>
              <a:t>Entrée</a:t>
            </a:r>
            <a:endParaRPr b="0" lang="fr-FR" sz="1430" spc="-1" strike="noStrike"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3333600" y="2390760"/>
            <a:ext cx="704808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30" spc="-1" strike="noStrike">
                <a:solidFill>
                  <a:srgbClr val="17212b"/>
                </a:solidFill>
                <a:latin typeface="Aptos"/>
                <a:ea typeface="Aptos"/>
              </a:rPr>
              <a:t>Dépôt GitLab + variables dans /it/itadm/appli</a:t>
            </a:r>
            <a:endParaRPr b="0" lang="fr-FR" sz="1430" spc="-1" strike="noStrike"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1066680" y="3048120"/>
            <a:ext cx="10058040" cy="552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"/>
          <p:cNvSpPr/>
          <p:nvPr/>
        </p:nvSpPr>
        <p:spPr>
          <a:xfrm>
            <a:off x="1066680" y="3048120"/>
            <a:ext cx="95040" cy="552240"/>
          </a:xfrm>
          <a:prstGeom prst="rect">
            <a:avLst/>
          </a:prstGeom>
          <a:solidFill>
            <a:srgbClr val="168a62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"/>
          <p:cNvSpPr/>
          <p:nvPr/>
        </p:nvSpPr>
        <p:spPr>
          <a:xfrm>
            <a:off x="1371600" y="3171960"/>
            <a:ext cx="180936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30" spc="-1" strike="noStrike">
                <a:solidFill>
                  <a:srgbClr val="168a62"/>
                </a:solidFill>
                <a:latin typeface="Aptos"/>
                <a:ea typeface="Aptos"/>
              </a:rPr>
              <a:t>Traitement</a:t>
            </a:r>
            <a:endParaRPr b="0" lang="fr-FR" sz="1430" spc="-1" strike="noStrike"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3333600" y="3171960"/>
            <a:ext cx="704808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30" spc="-1" strike="noStrike">
                <a:solidFill>
                  <a:srgbClr val="17212b"/>
                </a:solidFill>
                <a:latin typeface="Aptos"/>
                <a:ea typeface="Aptos"/>
              </a:rPr>
              <a:t>Exécution du shell pydeploy.sh</a:t>
            </a:r>
            <a:endParaRPr b="0" lang="fr-FR" sz="1430" spc="-1" strike="noStrike"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066680" y="3828960"/>
            <a:ext cx="10058040" cy="552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"/>
          <p:cNvSpPr/>
          <p:nvPr/>
        </p:nvSpPr>
        <p:spPr>
          <a:xfrm>
            <a:off x="1066680" y="3828960"/>
            <a:ext cx="95040" cy="552240"/>
          </a:xfrm>
          <a:prstGeom prst="rect">
            <a:avLst/>
          </a:prstGeom>
          <a:solidFill>
            <a:srgbClr val="c27a18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"/>
          <p:cNvSpPr/>
          <p:nvPr/>
        </p:nvSpPr>
        <p:spPr>
          <a:xfrm>
            <a:off x="1371600" y="3952800"/>
            <a:ext cx="180936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30" spc="-1" strike="noStrike">
                <a:solidFill>
                  <a:srgbClr val="c27a18"/>
                </a:solidFill>
                <a:latin typeface="Aptos"/>
                <a:ea typeface="Aptos"/>
              </a:rPr>
              <a:t>Sortie</a:t>
            </a:r>
            <a:endParaRPr b="0" lang="fr-FR" sz="143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3333600" y="3952800"/>
            <a:ext cx="704808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30" spc="-1" strike="noStrike">
                <a:solidFill>
                  <a:srgbClr val="17212b"/>
                </a:solidFill>
                <a:latin typeface="Aptos"/>
                <a:ea typeface="Aptos"/>
              </a:rPr>
              <a:t>Dockerfile + docker-compose.yml</a:t>
            </a:r>
            <a:endParaRPr b="0" lang="fr-FR" sz="1430" spc="-1" strike="noStrike"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066680" y="4610160"/>
            <a:ext cx="10058040" cy="552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"/>
          <p:cNvSpPr/>
          <p:nvPr/>
        </p:nvSpPr>
        <p:spPr>
          <a:xfrm>
            <a:off x="1066680" y="4610160"/>
            <a:ext cx="95040" cy="552240"/>
          </a:xfrm>
          <a:prstGeom prst="rect">
            <a:avLst/>
          </a:prstGeom>
          <a:solidFill>
            <a:srgbClr val="17212b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"/>
          <p:cNvSpPr/>
          <p:nvPr/>
        </p:nvSpPr>
        <p:spPr>
          <a:xfrm>
            <a:off x="1371600" y="4734000"/>
            <a:ext cx="180936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30" spc="-1" strike="noStrike">
                <a:solidFill>
                  <a:srgbClr val="17212b"/>
                </a:solidFill>
                <a:latin typeface="Aptos"/>
                <a:ea typeface="Aptos"/>
              </a:rPr>
              <a:t>Résultat</a:t>
            </a:r>
            <a:endParaRPr b="0" lang="fr-FR" sz="1430" spc="-1" strike="noStrike"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3333600" y="4734000"/>
            <a:ext cx="7048080" cy="28548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30" spc="-1" strike="noStrike">
                <a:solidFill>
                  <a:srgbClr val="17212b"/>
                </a:solidFill>
                <a:latin typeface="Aptos"/>
                <a:ea typeface="Aptos"/>
              </a:rPr>
              <a:t>Application Python prête à être lancée en conteneur</a:t>
            </a:r>
            <a:endParaRPr b="0" lang="fr-FR" sz="1430" spc="-1" strike="noStrike"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1123920" y="5676840"/>
            <a:ext cx="8572320" cy="32364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80" spc="-1" strike="noStrike">
                <a:solidFill>
                  <a:srgbClr val="168a62"/>
                </a:solidFill>
                <a:latin typeface="Aptos"/>
                <a:ea typeface="Aptos"/>
              </a:rPr>
              <a:t>Prochaine étape : valider les variables attendues par projet et figer la structure standard du script.</a:t>
            </a:r>
            <a:endParaRPr b="0" lang="fr-FR" sz="1580" spc="-1" strike="noStrike"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552600" y="6343560"/>
            <a:ext cx="10286640" cy="9000"/>
          </a:xfrm>
          <a:prstGeom prst="rect">
            <a:avLst/>
          </a:prstGeom>
          <a:solidFill>
            <a:srgbClr val="d8d0c4"/>
          </a:solidFill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"/>
          <p:cNvSpPr/>
          <p:nvPr/>
        </p:nvSpPr>
        <p:spPr>
          <a:xfrm>
            <a:off x="552600" y="6438960"/>
            <a:ext cx="4762080" cy="17100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50" spc="-1" strike="noStrike">
                <a:solidFill>
                  <a:srgbClr val="5e6872"/>
                </a:solidFill>
                <a:latin typeface="Aptos"/>
                <a:ea typeface="Aptos"/>
              </a:rPr>
              <a:t>Déploiement Python avec pydeploy.sh · 05</a:t>
            </a:r>
            <a:endParaRPr b="0" lang="fr-FR" sz="7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LibreOffice/7.2.5.2$Windows_X86_64 LibreOffice_project/499f9727c189e6ef3471021d6132d4c694f357e5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2026-07-21T10:14:03Z</dcterms:created>
  <dc:creator>Walnut Exporter</dc:creator>
  <dc:description/>
  <dc:language>fr-FR</dc:language>
  <cp:lastModifiedBy/>
  <dcterms:modified xsi:type="dcterms:W3CDTF">2026-07-21T12:20:33Z</dcterms:modified>
  <cp:revision>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