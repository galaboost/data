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49a550d7c4c81" /><Relationship Type="http://schemas.openxmlformats.org/officeDocument/2006/relationships/extended-properties" Target="/docProps/app.xml" Id="Rb765946d574a4be3" /><Relationship Type="http://schemas.openxmlformats.org/officeDocument/2006/relationships/officeDocument" Target="/ppt/presentation.xml" Id="R0ea925f8964e4d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cd794661bd455d"/>
  </p:sldMasterIdLst>
  <p:notesMasterIdLst>
    <p:notesMasterId xmlns:r="http://schemas.openxmlformats.org/officeDocument/2006/relationships" r:id="Raf29fc2823804975"/>
  </p:notesMasterIdLst>
  <p:sldIdLst>
    <p:sldId xmlns:r="http://schemas.openxmlformats.org/officeDocument/2006/relationships" id="256" r:id="R6e915d1fa85e4df9"/>
    <p:sldId xmlns:r="http://schemas.openxmlformats.org/officeDocument/2006/relationships" id="257" r:id="R53c4554dbeab426d"/>
    <p:sldId xmlns:r="http://schemas.openxmlformats.org/officeDocument/2006/relationships" id="258" r:id="R62e6c2fcb64945cd"/>
    <p:sldId xmlns:r="http://schemas.openxmlformats.org/officeDocument/2006/relationships" id="259" r:id="R570ca5d0d5ba4a9e"/>
    <p:sldId xmlns:r="http://schemas.openxmlformats.org/officeDocument/2006/relationships" id="260" r:id="R3b2c49fd91ff4118"/>
    <p:sldId xmlns:r="http://schemas.openxmlformats.org/officeDocument/2006/relationships" id="261" r:id="R3811f40d3f424e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1f5415fe3e463f" /><Relationship Type="http://schemas.openxmlformats.org/officeDocument/2006/relationships/slideMaster" Target="/ppt/slideMasters/slideMaster1.xml" Id="Rbfcd794661bd455d" /><Relationship Type="http://schemas.openxmlformats.org/officeDocument/2006/relationships/notesMaster" Target="/ppt/notesMasters/notesMaster1.xml" Id="Raf29fc2823804975" /><Relationship Type="http://schemas.openxmlformats.org/officeDocument/2006/relationships/presProps" Target="/ppt/presProps.xml" Id="R9ce1308c554141ff" /><Relationship Type="http://schemas.openxmlformats.org/officeDocument/2006/relationships/tableStyles" Target="/ppt/tableStyles.xml" Id="R065ceea7730c4cbb" /><Relationship Type="http://schemas.openxmlformats.org/officeDocument/2006/relationships/slide" Target="/ppt/slides/slide1.xml" Id="R6e915d1fa85e4df9" /><Relationship Type="http://schemas.openxmlformats.org/officeDocument/2006/relationships/slide" Target="/ppt/slides/slide2.xml" Id="R53c4554dbeab426d" /><Relationship Type="http://schemas.openxmlformats.org/officeDocument/2006/relationships/slide" Target="/ppt/slides/slide3.xml" Id="R62e6c2fcb64945cd" /><Relationship Type="http://schemas.openxmlformats.org/officeDocument/2006/relationships/slide" Target="/ppt/slides/slide4.xml" Id="R570ca5d0d5ba4a9e" /><Relationship Type="http://schemas.openxmlformats.org/officeDocument/2006/relationships/slide" Target="/ppt/slides/slide5.xml" Id="R3b2c49fd91ff4118" /><Relationship Type="http://schemas.openxmlformats.org/officeDocument/2006/relationships/slide" Target="/ppt/slides/slide6.xml" Id="R3811f40d3f424e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031fa5c8ce4a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0a54c76ddd4a13" /><Relationship Type="http://schemas.openxmlformats.org/officeDocument/2006/relationships/notesMaster" Target="/ppt/notesMasters/notesMaster1.xml" Id="Ra34cb711659447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451c681e6b4286" /><Relationship Type="http://schemas.openxmlformats.org/officeDocument/2006/relationships/notesMaster" Target="/ppt/notesMasters/notesMaster1.xml" Id="R7738410ee4ba46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10a5b545df430f" /><Relationship Type="http://schemas.openxmlformats.org/officeDocument/2006/relationships/notesMaster" Target="/ppt/notesMasters/notesMaster1.xml" Id="R1aa58836ac4643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d4828c13a64c6c" /><Relationship Type="http://schemas.openxmlformats.org/officeDocument/2006/relationships/notesMaster" Target="/ppt/notesMasters/notesMaster1.xml" Id="R9fe910b27da2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3b1f3ff0ae4855" /><Relationship Type="http://schemas.openxmlformats.org/officeDocument/2006/relationships/notesMaster" Target="/ppt/notesMasters/notesMaster1.xml" Id="R94841e6c70f54e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93c1ba7c884329" /><Relationship Type="http://schemas.openxmlformats.org/officeDocument/2006/relationships/notesMaster" Target="/ppt/notesMasters/notesMaster1.xml" Id="R02e904a21a9240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51ed8163045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bf6e507e64a7f" /><Relationship Type="http://schemas.openxmlformats.org/officeDocument/2006/relationships/slideLayout" Target="/ppt/slideLayouts/slideLayout1.xml" Id="Rac2e964e1f7b43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2e964e1f7b43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e253bec6a4f98" /><Relationship Type="http://schemas.openxmlformats.org/officeDocument/2006/relationships/notesSlide" Target="/ppt/notesSlides/notesSlide1.xml" Id="R67dcd46ca3e540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9bca0f6804521" /><Relationship Type="http://schemas.openxmlformats.org/officeDocument/2006/relationships/notesSlide" Target="/ppt/notesSlides/notesSlide2.xml" Id="Rcc5ba3b3b7f147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ed178408245b9" /><Relationship Type="http://schemas.openxmlformats.org/officeDocument/2006/relationships/notesSlide" Target="/ppt/notesSlides/notesSlide3.xml" Id="R6a0d4278ea6844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21d1060a942e0" /><Relationship Type="http://schemas.openxmlformats.org/officeDocument/2006/relationships/notesSlide" Target="/ppt/notesSlides/notesSlide4.xml" Id="R3d99a6ca6b7346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f9e40662643a1" /><Relationship Type="http://schemas.openxmlformats.org/officeDocument/2006/relationships/notesSlide" Target="/ppt/notesSlides/notesSlide5.xml" Id="Rfb36211dcb1840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5c07633f146cf" /><Relationship Type="http://schemas.openxmlformats.org/officeDocument/2006/relationships/notesSlide" Target="/ppt/notesSlides/notesSlide6.xml" Id="Rd5871ee1afd24c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4EA4F5-E323-4A0D-AA7F-B45EAE9D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621B7-D674-4609-83B5-7521D957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A5AB0CD1-5098-44D9-BE5C-3F8851DB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EDB92705-DE02-4737-9207-951479B2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RÉUNION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462B4-9508-44AD-85D0-065F4805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Aligner les décisions IT qui débloquent les ETL.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3E5E0-892B-4D6B-8EE5-97D5509E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Objectif : sortir de la réunion avec un feu vert opérationnel, une cible d’orchestration claire et une lecture partagée de la mise en production.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77B17-451B-4F43-A893-80A0CDA7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3"/>
          </a:solidFill>
          <a:ln xmlns:a="http://schemas.openxmlformats.org/drawingml/2006/main" w="11430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2006F-F31B-40AF-8101-8D07AF0D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Feu vert cleaning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9095B-2CD9-4006-BB50-7B4F2B40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105150"/>
            <a:ext cx="2228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F5"/>
          </a:solidFill>
          <a:ln xmlns:a="http://schemas.openxmlformats.org/drawingml/2006/main" w="11430">
            <a:solidFill>
              <a:srgbClr val="2F6FA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24607-5381-4666-9E13-C2DA1D63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6FA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6FAD"/>
                </a:solidFill>
                <a:latin typeface="Aptos"/>
                <a:ea typeface="Aptos"/>
                <a:cs typeface="Aptos"/>
              </a:rPr>
              <a:t>Prefect orchestration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83787-AFF0-4169-945E-E9161AF0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05150"/>
            <a:ext cx="2247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1CF"/>
          </a:solidFill>
          <a:ln xmlns:a="http://schemas.openxmlformats.org/drawingml/2006/main" w="11430">
            <a:solidFill>
              <a:srgbClr val="C979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BEE3A-EC3E-494B-AB57-BDF84D1A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71825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Go-live ETL Python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007FE-F679-4872-983D-37B651ED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81050"/>
            <a:ext cx="2952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26958-AFC9-456F-ABBA-5822A046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810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45E7A-2B3A-4CD6-8838-3828BF22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91440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Décider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67982-433E-4711-9CD6-04E4A6A6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3825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Valider la retouche du programme cleaning et choisir le créneau d’intervention.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CAEFE0-3B9E-4329-95F9-BE1370B6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95500"/>
            <a:ext cx="2952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74FD93-7F2A-4650-94F5-87B339B6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955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620469-C1E0-4853-8A5F-F61FF60E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288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Comprendre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A61317-106B-4181-BD2D-A113FCD9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5270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Présenter Prefect comme outil de planification, supervision et relance des ETL.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8623A-B806-4545-94B2-8221B5B3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2952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8D64B4-683D-405D-9C9D-0ECA7EDE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08E8DA-1F6C-4B1D-9B18-E41613EA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Arbitrer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6375A5-5B28-4FFC-BB0D-E14536C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533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Partager l’état d’avancement et lever les derniers points de mise en production.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D5AC27-08DC-4111-BE42-5C5FB41C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6934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D13CBC-2D52-4568-8073-533B1FE6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640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Sortie attendue : qui fait quoi, pour quand, et sur quel créneau.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1E7D61-317E-40B9-85E0-C0A108FB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E822B8-641C-4715-AC8F-0604E4AA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14EA8F-886D-4B72-8777-926ECE3D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21845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CA754A-24D2-4DE7-B27A-80B75B46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96C82F5-2B0D-4DC3-B742-D46B96A0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2173145B-0ED4-49BC-9DA7-147A33AB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SUJET 1 - CLEANING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C7968-4D1B-4C1F-8151-FC5C6B52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À quel moment puis-je faire tourner le programme de cleaning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1A417-51FD-4BC6-AD6C-AFD2E28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866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Demande à valider avec l’IT : choisir le créneau le plus adapté pour lancer la retouche du programme.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35BC1-2F61-49EA-8252-6E425A5A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- Matin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38145-889D-492F-AB07-8A7B07B2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0040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Possible si aucun traitement critique ne tourne en début de journée.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62880-ECBE-45F4-8EE1-44809102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2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- Après-midi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32DAA-2EBC-4BC6-A08A-7CFC171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814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Possible si l’IT peut suivre les tests et valider rapidement après exécution.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425F1-49E5-4C3F-A976-65E39559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- Soir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F50AB-4EF8-4B6B-AA9C-EED293EF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6250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Possible si l’on préfère limiter l’impact métier, avec supervision ou astreinte prévue.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E80CB-BA04-4327-B071-5D12FDE1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439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C1141-0C3F-4757-B987-10C1277F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609FE2-EA9C-4ECA-968F-843E44AF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Réponse attendue : matin, après-midi ou soir + jour exact + personne qui valide après lancement.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12868-1369-4256-8F39-53F0044D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355055-DD89-465A-B667-1C2FB4F0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355AB7-7406-46E6-803E-7BA08AEC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3832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D3A72-3A6F-409E-80A0-7EB156CD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51F0A-CBAF-4FE2-BE81-6502886C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F9DE43F-55EA-46CB-B6C8-BEDFCAB1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89AF0A15-ED48-4BD5-9D90-7FF6A6FE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F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AD"/>
                </a:solidFill>
                <a:latin typeface="Aptos"/>
                <a:ea typeface="Aptos"/>
                <a:cs typeface="Aptos"/>
              </a:rPr>
              <a:t>SUJET 2 - PREFECT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22EF2-EA19-4D6B-8499-BDF2C4B5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Prefect centralise la planification, les relances et la visibilité des ETL.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46701-7D12-45E2-8322-16BD0F0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Message à passer : l’outil ne remplace pas le code ETL ; il encadre son exécution, ses incidents et son historique.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3A93D-7B19-4176-BF5F-E074697B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6F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0ADB9-881E-4EE0-ADED-6EEDA2C5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DA759-BB0A-488B-AD02-472FA975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6FA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6F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F24C1-C2F6-4E0F-9736-A543BD85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623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Planifier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C0A393-B23F-4A6C-8EF5-AAE48079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Déclencher les flows selon calendrier ou événement.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BFBC5-FA25-4C2B-8FA1-BFDE38F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E7D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FDD02-3DF6-46F7-8384-0DDBE5B7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7D0636-2941-4E71-925F-4F50751C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EE6BD-42A5-4522-AA67-3FDAD4B7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623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Exécuter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90C37-386D-442C-9440-B3532718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9433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Lancer les scripts Python avec paramètres contrôlés.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F0F395-E872-4E60-87FC-E79DC96F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9792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4951B-F9D7-4886-81D2-DA5E6793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364E03-E2DB-4765-991D-AB369630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814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081EB-A4FE-43A9-AD6D-A89C5D46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623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Surveiller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F74F59-E601-46AA-86F1-2EE1B5E5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9433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Suivre les états : succès, échec, retard, annulé.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31879-3B9A-450B-835F-CC30551B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5280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4A4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22DB1B-10FE-47C7-A3B0-1CEB0BE4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5280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0433F8-5BD8-46AF-A964-E5DA44C1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814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4A4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EAF75C-D5BE-4C25-97B3-E1DFEA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5623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Relancer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9A390F-C9D5-46F0-A13E-87FCD478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433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Automatiser retry, reprise et notification.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B5A6F6-B180-4FD0-90A5-4FF2E6D1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562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F293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DBB215-3E60-4167-984A-5908F735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562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21C531-6355-40A4-A76F-AADB74AE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814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1EFAE7-11F9-4B0D-A34B-BD02D0D1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623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Historiser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9BC5A5-2716-4DAE-BE6B-7D888785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9433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Garder logs, durées, erreurs et preuves d’exécution.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9535F-33EF-4FBD-A765-AC8ADE29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67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BF930F-1D92-4FEE-A14A-E75DFE70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B23851-419C-4ACB-9A3A-2CE83913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67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C8282E-D05E-4B49-A7B9-2BC20A34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100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62A467-3CBC-4974-B37E-C849467A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9E7F88-1E27-45A9-AC03-C4076A38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100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5C58BD-1E2B-49D2-9BBE-D6F046B4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29642A-080D-4174-ABAC-9171C117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100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16FF1B-E31D-4198-B554-EF866A56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09850"/>
            <a:ext cx="857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F5"/>
          </a:solidFill>
          <a:ln xmlns:a="http://schemas.openxmlformats.org/drawingml/2006/main" w="9525">
            <a:solidFill>
              <a:srgbClr val="2F6FA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F818BD-71B3-4D41-80A5-BD48C7C3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86050"/>
            <a:ext cx="811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F6F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6FAD"/>
                </a:solidFill>
                <a:latin typeface="Aptos"/>
                <a:ea typeface="Aptos"/>
                <a:cs typeface="Aptos"/>
              </a:rPr>
              <a:t>Control plane Prefect : un endroit commun pour voir ce qui tourne, ce qui échoue et ce qui doit être relancé.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657F46-82B8-4E04-B206-680BCAD0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29200"/>
            <a:ext cx="902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Questions IT : environnement d’hébergement, accès, monitoring, notifications, conservation des logs.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CABFB7-CEB8-47BA-AB39-5D5568EC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F20371-0100-43B4-B30A-0FD62029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4F5C1D-A847-42A6-8CCA-C26B2F23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2126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11B826-F6B9-424E-A4F5-BD8A6CDD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23CA4-7C70-47A3-863C-361B693B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9BBDF921-C11D-4364-A1E9-9ED3777C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2D11054E-9C9F-4688-8BDF-86B36ED3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6F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6FAD"/>
                </a:solidFill>
                <a:latin typeface="Aptos"/>
                <a:ea typeface="Aptos"/>
                <a:cs typeface="Aptos"/>
              </a:rPr>
              <a:t>MODE OPÉRATOIRE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2CC4C-08D8-48DC-9122-9B9CDBA4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L’orchestration rend les incidents ETL visibles et traitables.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DD00C-BF13-411C-B5C0-00AAAE5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L’intérêt principal pour l’IT : réduire les interventions manuelles floues et standardiser le cycle incident → correction → relance.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C9BE4-B21A-486D-A491-D9BE948A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4A4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94A48"/>
                </a:solidFill>
                <a:latin typeface="Aptos"/>
                <a:ea typeface="Aptos"/>
                <a:cs typeface="Aptos"/>
              </a:rPr>
              <a:t>Avant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F6617-40EC-4EA0-B73E-86090203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05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Avec Prefect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E53C7-C112-4E59-B1BA-DB7DC402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57500"/>
            <a:ext cx="14288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3838E-28C6-4263-9CBC-F10F7CE1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D9D6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6F1CE-D2F5-403E-B564-919B485D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BACEB6-6FBB-4A4E-95F2-49B21AC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Détection tardive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ABBA8-12B8-4543-BBD6-0522C17C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Erreur découverte après coup ou via contrôle manuel.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749BA-EADF-4E7F-BC67-3C46C584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A3480F-5090-4918-8C23-802B6769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54B2D-8011-46DA-8424-81CAB8BD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Relance ad hoc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FEE9F-09E4-4FD0-B517-D64B399D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958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Relancer suppose de retrouver logs, paramètres et dépendances.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06889-2AD0-429D-8AB0-876B482B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A8744-AF24-4852-B545-1DC6004B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4A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F856A2-9CF2-46F8-9EF1-5A3DDBCB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6730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Historique dispersé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F8261-1282-44DD-9C9D-C01B4984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Preuve d’exécution et analyse incident difficiles à consolider.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08D78-C59A-45CF-A940-C4CA2DF9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4325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3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F24CB4-C358-4D19-86E4-183B1680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432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95C2D4-3AEE-40EE-9701-F55A2B59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État visible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0BFFDA-703D-4581-BEC9-241F8679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04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Chaque exécution expose un statut, une durée et un contexte.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4E65B3-B117-490D-9CCE-08711914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3860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3F47C0-400E-444B-95D3-D3E72351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386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092D9-A324-457A-8130-31C6B5FA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Retry maîtrisé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001C73-367E-4E57-A119-A28DFECF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9580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Relances configurées, reprises tracées, erreurs qualifiées.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DF5BFE-BF6A-4DA3-B260-BA4A2611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33950"/>
            <a:ext cx="457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B8AAE-D652-44FA-9845-F67F063D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339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30CDAF-45DE-4C58-AFAC-69973942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67300"/>
            <a:ext cx="415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Historique exploitable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080E69-3BE2-4359-AFDD-74F8813F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911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Logs, dates, paramètres et résultats disponibles au même endroit.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8AE257-518C-40D1-B7D5-3DCD3E15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F5787C-E128-46DE-BCE6-C29795F9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95857A-3931-40CA-B83B-3E069545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016609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E404E-8DDB-4EDC-902A-9F97DCEF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4FCE4884-CFBE-49CB-B430-864C481B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F13A8683-EA01-42CB-866C-6D39C3F0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SUJET 3 - MISE EN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4549E-36CD-4FAE-816C-3F0F6359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95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Où en est la mise en production de mon ETL Python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C4304-8B92-44B7-A73E-E691ED76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Contexte à partager avec l’IT : nous avons une nouvelle machine Python et la mise en production de l’ETL est demandée depuis plusieurs mois.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B1894-B4C4-43BE-908F-E228C10F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- Nouvelle machine Python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5BE26-59A1-47FD-B70C-D0C885E7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00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Confirmer que l’environnement est prêt pour exécuter l’ETL.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97A1F-2254-426C-8CCB-4CFA57F0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24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- Proposition mise en prod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88D18-07B2-41F0-B62D-C7C99D6B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Présenter une version simple de passage en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4B5E2-7BEF-4642-8973-74185B62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- État d’avancement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20F9E-E476-4831-90CE-1EA365D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625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Demander ce qui est déjà validé et ce qui bloque encore.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5B52A-F07E-4EAC-9729-1900E6E0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439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3E3FF-1F8C-46FF-B0E1-9071F5D8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E2CF1-3092-4AB9-84E1-D66C1E87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Réponse attendue : état d’avancement + étapes restantes + date cible de mise en production.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F6745-586A-4453-B57A-61D29425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678589-E69E-433B-BF9A-DFE2DF54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F3E48-07FE-42BB-AF6B-42C922A8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691921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2F6119-2FFE-4009-889C-435BF18B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C4269-24E6-4646-86B7-0912B02C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9B00D2AF-CF4B-4A04-8C3D-4EF1F204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04C006A-5CFA-4B4E-A07F-5BD37F9E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CLÔTURE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C174D-F992-4CE8-BF55-503CFF4F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933"/>
                </a:solidFill>
                <a:latin typeface="Aptos Display"/>
                <a:ea typeface="Aptos Display"/>
                <a:cs typeface="Aptos Display"/>
              </a:rPr>
              <a:t>On termine avec des décisions nommées, datées et actionnables.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3F79B-9736-44EC-A5E5-3A076480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La slide à afficher en fin de réunion pour capturer les arbitrages et éviter les zones grises.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DFA87-7E9F-444F-8824-EEC428A5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914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9525">
            <a:solidFill>
              <a:srgbClr val="1F29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A2642-572F-4B1C-A086-ABBCA961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2686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Décision / 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9B1B7-AED4-41B9-A7B5-C71A0887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956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9525">
            <a:solidFill>
              <a:srgbClr val="1F293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97480-766A-4CD9-BC35-3343BC60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03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Responsable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89B82-D366-4368-A136-CB42FC4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9525">
            <a:solidFill>
              <a:srgbClr val="1F29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AE76E5-5EB4-44B7-84E0-C58AB3F8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0375"/>
            <a:ext cx="1847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Échéance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AE019-D1EF-4A1A-AA23-61311778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956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9525">
            <a:solidFill>
              <a:srgbClr val="1F29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461DC4-0C43-4861-BE62-EBF06ECE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03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Statut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9EEB38-AA17-4751-B5AF-9561D417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95600"/>
            <a:ext cx="1447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3"/>
          </a:solidFill>
          <a:ln xmlns:a="http://schemas.openxmlformats.org/drawingml/2006/main" w="9525">
            <a:solidFill>
              <a:srgbClr val="1F293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53419A-BCD5-4639-9546-72CA63C1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037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7F4E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7F4EE"/>
                </a:solidFill>
                <a:latin typeface="Aptos"/>
                <a:ea typeface="Aptos"/>
                <a:cs typeface="Aptos"/>
              </a:rPr>
              <a:t>Commentaire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67F64-8951-407C-85AB-90D2082E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914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D9DEA-F1B9-43FD-A19F-2058D6F2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Feu vert retouche cleaning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359E4-86F3-4B0E-AD1D-40596AEA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956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BFF6AC-9911-49BB-89DC-434CE9DC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9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IT /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CE271-446A-49C8-B943-2882995A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295650"/>
            <a:ext cx="2076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6DEEAE-BF61-4F47-942A-50F206C1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Jour + créneau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5C2857-3113-4AA1-B03A-121F1A92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1A853C-EA0D-4BB8-BE9E-962606DB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D5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E7D5B"/>
                </a:solidFill>
                <a:latin typeface="Aptos"/>
                <a:ea typeface="Aptos"/>
                <a:cs typeface="Aptos"/>
              </a:rPr>
              <a:t>À décider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ADD66-087D-4F61-AA27-92B468CE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295650"/>
            <a:ext cx="144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8530E8-571B-4A27-BA28-AE8FA33E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099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Matinée / après-midi / soirée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AC062E-9CDA-4612-A710-50DB6CBD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2914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D5D1E4-C8D8-4C87-B32C-62ADB653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Validation cible Prefect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CA06D8-65C2-4C47-A6F2-CF9C8F83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481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74FEBB-E396-41CB-9F9F-E6A50F40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624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EEC8A3-252A-4DAD-9B1B-E362F72B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48100"/>
            <a:ext cx="2076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E7FE50-ACD3-48CC-8FEA-B2E418D0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624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Après réunion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A2CE49-924F-44A9-987A-C7152F49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481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EB2967-B260-423D-A43A-A6645DDF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6240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À cadrer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223408-E52A-44B6-BE76-E0C39571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48100"/>
            <a:ext cx="144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BDAC27-F61C-4150-BFD8-702AA769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9624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Environnement, accès,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25D023-EDF6-4769-B861-42275B88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914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CFD675-9D6B-4926-8CA1-B3A39FF5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Checklist mise en prod ETL Python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E9E10C-F83C-4FD9-A3FE-723119D2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00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158083-D474-4B28-BAFD-62B0A8FB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148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Data + IT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AC2A33-A9A7-4174-9F12-D737B108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00550"/>
            <a:ext cx="2076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9943BD-CFBE-4482-A902-0A5BCF23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Date cible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B36348-4C96-4C38-9A9F-5A3C5A88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005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2DC336-2C29-47EA-9C06-DB38248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14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À compléter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E4BFBE-2054-4C02-BBEC-B6C49890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00550"/>
            <a:ext cx="144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A25F1B-A26F-4B20-9719-0C8358BA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14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Bloquants et dépendances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4F1B43-779B-43B2-A228-DFD68A71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914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56E8B58-D28B-4688-A74A-7FB3A80A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Plan de support post-prod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24C983-BB25-4B68-BDAB-723564AD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530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CF62F7-4381-4D89-B4D9-A7CF60A8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0673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6DCCCE8-0663-4984-ACCA-2912EBE2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53000"/>
            <a:ext cx="2076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83BD688-533A-4551-8E5E-40F3A9D3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67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Go-live + J+1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1B519DE-47B1-4F09-83BD-12FE0D6B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530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CBFDF9-4DE0-4C57-8C82-E27878B1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79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9792B"/>
                </a:solidFill>
                <a:latin typeface="Aptos"/>
                <a:ea typeface="Aptos"/>
                <a:cs typeface="Aptos"/>
              </a:rPr>
              <a:t>À confirmer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1289A4-C085-4D71-949E-6EAED7AD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53000"/>
            <a:ext cx="144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D"/>
          </a:solidFill>
          <a:ln xmlns:a="http://schemas.openxmlformats.org/drawingml/2006/main" w="9525">
            <a:solidFill>
              <a:srgbClr val="D8D3C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C7B4A88-FD7E-4257-824D-9F3D862B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673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Monitoring et rollback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BEE5711-96FD-45EC-BA97-EAEAF269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43550"/>
            <a:ext cx="956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Prochaine étape proposée : envoyer le compte-rendu avec les décisions et la date retenue dans la foulée.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8EAA2F7-3677-4A91-B3C5-EF86E479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96012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3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09595E1-C0DB-407A-B854-4A5D4A09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768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7681"/>
                </a:solidFill>
                <a:latin typeface="Aptos"/>
                <a:ea typeface="Aptos"/>
                <a:cs typeface="Aptos"/>
              </a:rPr>
              <a:t>Point IT - ETL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A76463C-07BA-4BDD-87C0-38CE40EB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4008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293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586678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2026-08-21T08:18:49.4830000Z</dcterms:created>
  <dcterms:modified xsi:type="dcterms:W3CDTF">2026-08-21T08:18:49.4830000Z</dcterms:modified>
</coreProperties>
</file>